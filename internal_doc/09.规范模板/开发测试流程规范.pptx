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AF9D81-D1B8-450E-8DF6-4670371E255B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538E1B5-24BF-4551-8B40-A80BDB1AACFA}">
      <dgm:prSet phldrT="[Text]"/>
      <dgm:spPr/>
      <dgm:t>
        <a:bodyPr/>
        <a:lstStyle/>
        <a:p>
          <a:r>
            <a:rPr lang="zh-CN" altLang="en-US" dirty="0" smtClean="0"/>
            <a:t>需求分析</a:t>
          </a:r>
          <a:endParaRPr lang="zh-CN" altLang="en-US" dirty="0"/>
        </a:p>
      </dgm:t>
    </dgm:pt>
    <dgm:pt modelId="{F7F6726F-142D-4F65-BD00-82DD1584E338}" type="parTrans" cxnId="{B918D653-7CB5-4A05-B861-F5AE46975946}">
      <dgm:prSet/>
      <dgm:spPr/>
      <dgm:t>
        <a:bodyPr/>
        <a:lstStyle/>
        <a:p>
          <a:endParaRPr lang="zh-CN" altLang="en-US"/>
        </a:p>
      </dgm:t>
    </dgm:pt>
    <dgm:pt modelId="{7938A28C-3091-49B3-A8A0-E9303FBE549E}" type="sibTrans" cxnId="{B918D653-7CB5-4A05-B861-F5AE46975946}">
      <dgm:prSet/>
      <dgm:spPr/>
      <dgm:t>
        <a:bodyPr/>
        <a:lstStyle/>
        <a:p>
          <a:endParaRPr lang="zh-CN" altLang="en-US"/>
        </a:p>
      </dgm:t>
    </dgm:pt>
    <dgm:pt modelId="{F8A37CDC-C83B-4038-8CFD-48E651900811}">
      <dgm:prSet phldrT="[Text]"/>
      <dgm:spPr/>
      <dgm:t>
        <a:bodyPr/>
        <a:lstStyle/>
        <a:p>
          <a:r>
            <a:rPr lang="zh-CN" altLang="en-US" dirty="0" smtClean="0"/>
            <a:t>需求列表</a:t>
          </a:r>
          <a:endParaRPr lang="zh-CN" altLang="en-US" dirty="0"/>
        </a:p>
      </dgm:t>
    </dgm:pt>
    <dgm:pt modelId="{E7932D78-0619-4867-B380-258371F55260}" type="parTrans" cxnId="{ACA57472-C921-43FD-B2D9-4D9FF7AC5B09}">
      <dgm:prSet/>
      <dgm:spPr/>
      <dgm:t>
        <a:bodyPr/>
        <a:lstStyle/>
        <a:p>
          <a:endParaRPr lang="zh-CN" altLang="en-US"/>
        </a:p>
      </dgm:t>
    </dgm:pt>
    <dgm:pt modelId="{30BBD4EC-4FB4-4A35-AB03-D001BA439EBD}" type="sibTrans" cxnId="{ACA57472-C921-43FD-B2D9-4D9FF7AC5B09}">
      <dgm:prSet/>
      <dgm:spPr/>
      <dgm:t>
        <a:bodyPr/>
        <a:lstStyle/>
        <a:p>
          <a:endParaRPr lang="zh-CN" altLang="en-US"/>
        </a:p>
      </dgm:t>
    </dgm:pt>
    <dgm:pt modelId="{7CD8A058-993A-4801-889E-7852D1DA35C5}">
      <dgm:prSet phldrT="[Text]"/>
      <dgm:spPr/>
      <dgm:t>
        <a:bodyPr/>
        <a:lstStyle/>
        <a:p>
          <a:r>
            <a:rPr lang="zh-CN" altLang="en-US" dirty="0" smtClean="0"/>
            <a:t>概要设计</a:t>
          </a:r>
          <a:endParaRPr lang="zh-CN" altLang="en-US" dirty="0"/>
        </a:p>
      </dgm:t>
    </dgm:pt>
    <dgm:pt modelId="{3EB02B36-5BF5-41A7-8637-4646D2F2B8E1}" type="parTrans" cxnId="{9D1E4170-31F7-4712-8CA7-02C21124CC24}">
      <dgm:prSet/>
      <dgm:spPr/>
      <dgm:t>
        <a:bodyPr/>
        <a:lstStyle/>
        <a:p>
          <a:endParaRPr lang="zh-CN" altLang="en-US"/>
        </a:p>
      </dgm:t>
    </dgm:pt>
    <dgm:pt modelId="{B44225AD-6DC6-4997-8B20-B37FA8B33426}" type="sibTrans" cxnId="{9D1E4170-31F7-4712-8CA7-02C21124CC24}">
      <dgm:prSet/>
      <dgm:spPr/>
      <dgm:t>
        <a:bodyPr/>
        <a:lstStyle/>
        <a:p>
          <a:endParaRPr lang="zh-CN" altLang="en-US"/>
        </a:p>
      </dgm:t>
    </dgm:pt>
    <dgm:pt modelId="{6ED57FAD-684E-427A-ACC0-7EB3902666CB}">
      <dgm:prSet phldrT="[Text]"/>
      <dgm:spPr/>
      <dgm:t>
        <a:bodyPr/>
        <a:lstStyle/>
        <a:p>
          <a:r>
            <a:rPr lang="zh-CN" altLang="en-US" dirty="0" smtClean="0"/>
            <a:t>设计规格</a:t>
          </a:r>
          <a:endParaRPr lang="zh-CN" altLang="en-US" dirty="0"/>
        </a:p>
      </dgm:t>
    </dgm:pt>
    <dgm:pt modelId="{F345E666-A41A-42AD-969F-3CB0330E4660}" type="parTrans" cxnId="{35230FAC-2783-4DAA-B2A6-A8DD364A85D3}">
      <dgm:prSet/>
      <dgm:spPr/>
      <dgm:t>
        <a:bodyPr/>
        <a:lstStyle/>
        <a:p>
          <a:endParaRPr lang="zh-CN" altLang="en-US"/>
        </a:p>
      </dgm:t>
    </dgm:pt>
    <dgm:pt modelId="{D316796B-F255-4DDD-B466-B68FEC1719A4}" type="sibTrans" cxnId="{35230FAC-2783-4DAA-B2A6-A8DD364A85D3}">
      <dgm:prSet/>
      <dgm:spPr/>
      <dgm:t>
        <a:bodyPr/>
        <a:lstStyle/>
        <a:p>
          <a:endParaRPr lang="zh-CN" altLang="en-US"/>
        </a:p>
      </dgm:t>
    </dgm:pt>
    <dgm:pt modelId="{8D88D1E7-5AB9-4688-88FD-D92EB4D6B9A2}">
      <dgm:prSet phldrT="[Text]"/>
      <dgm:spPr/>
      <dgm:t>
        <a:bodyPr/>
        <a:lstStyle/>
        <a:p>
          <a:r>
            <a:rPr lang="zh-CN" altLang="en-US" dirty="0" smtClean="0"/>
            <a:t>测试方案</a:t>
          </a:r>
          <a:endParaRPr lang="zh-CN" altLang="en-US" dirty="0"/>
        </a:p>
      </dgm:t>
    </dgm:pt>
    <dgm:pt modelId="{1011AEB4-88F7-4E54-BA46-93344A2E80F6}" type="parTrans" cxnId="{7C884A3C-0360-4D36-8C70-E2B2ABEE298F}">
      <dgm:prSet/>
      <dgm:spPr/>
      <dgm:t>
        <a:bodyPr/>
        <a:lstStyle/>
        <a:p>
          <a:endParaRPr lang="zh-CN" altLang="en-US"/>
        </a:p>
      </dgm:t>
    </dgm:pt>
    <dgm:pt modelId="{401A8723-2057-4D02-A577-4702D40A0320}" type="sibTrans" cxnId="{7C884A3C-0360-4D36-8C70-E2B2ABEE298F}">
      <dgm:prSet/>
      <dgm:spPr/>
      <dgm:t>
        <a:bodyPr/>
        <a:lstStyle/>
        <a:p>
          <a:endParaRPr lang="zh-CN" altLang="en-US"/>
        </a:p>
      </dgm:t>
    </dgm:pt>
    <dgm:pt modelId="{685A0BC2-4BFA-4A93-B3A3-C230C4B02672}">
      <dgm:prSet phldrT="[Text]"/>
      <dgm:spPr/>
      <dgm:t>
        <a:bodyPr/>
        <a:lstStyle/>
        <a:p>
          <a:r>
            <a:rPr lang="zh-CN" altLang="en-US" dirty="0" smtClean="0"/>
            <a:t>开发计划</a:t>
          </a:r>
          <a:endParaRPr lang="zh-CN" altLang="en-US" dirty="0"/>
        </a:p>
      </dgm:t>
    </dgm:pt>
    <dgm:pt modelId="{77854C52-9679-4281-B413-F0B9685CE344}" type="parTrans" cxnId="{9C061E69-F1A4-4468-9642-CB30F4CB6D13}">
      <dgm:prSet/>
      <dgm:spPr/>
      <dgm:t>
        <a:bodyPr/>
        <a:lstStyle/>
        <a:p>
          <a:endParaRPr lang="zh-CN" altLang="en-US"/>
        </a:p>
      </dgm:t>
    </dgm:pt>
    <dgm:pt modelId="{597D0A0E-7081-4E26-9EFD-A2F14C31881D}" type="sibTrans" cxnId="{9C061E69-F1A4-4468-9642-CB30F4CB6D13}">
      <dgm:prSet/>
      <dgm:spPr/>
      <dgm:t>
        <a:bodyPr/>
        <a:lstStyle/>
        <a:p>
          <a:endParaRPr lang="zh-CN" altLang="en-US"/>
        </a:p>
      </dgm:t>
    </dgm:pt>
    <dgm:pt modelId="{3AD9E8BD-99DC-441F-A664-B427FF8DA070}">
      <dgm:prSet phldrT="[Text]"/>
      <dgm:spPr/>
      <dgm:t>
        <a:bodyPr/>
        <a:lstStyle/>
        <a:p>
          <a:r>
            <a:rPr lang="en-US" altLang="zh-CN" dirty="0" smtClean="0"/>
            <a:t>Story</a:t>
          </a:r>
          <a:r>
            <a:rPr lang="zh-CN" altLang="en-US" dirty="0" smtClean="0"/>
            <a:t>列表</a:t>
          </a:r>
          <a:endParaRPr lang="zh-CN" altLang="en-US" dirty="0"/>
        </a:p>
      </dgm:t>
    </dgm:pt>
    <dgm:pt modelId="{39BD27C6-608D-4EDF-9243-06B7DAF7CDC2}" type="parTrans" cxnId="{186674D8-EB8A-4221-810C-08AC188B581A}">
      <dgm:prSet/>
      <dgm:spPr/>
      <dgm:t>
        <a:bodyPr/>
        <a:lstStyle/>
        <a:p>
          <a:endParaRPr lang="zh-CN" altLang="en-US"/>
        </a:p>
      </dgm:t>
    </dgm:pt>
    <dgm:pt modelId="{DDE246CE-4818-4DB8-A5F5-208323C8106D}" type="sibTrans" cxnId="{186674D8-EB8A-4221-810C-08AC188B581A}">
      <dgm:prSet/>
      <dgm:spPr/>
      <dgm:t>
        <a:bodyPr/>
        <a:lstStyle/>
        <a:p>
          <a:endParaRPr lang="zh-CN" altLang="en-US"/>
        </a:p>
      </dgm:t>
    </dgm:pt>
    <dgm:pt modelId="{A9CE18A4-588F-4709-BFEE-A108B11CEF94}">
      <dgm:prSet phldrT="[Text]"/>
      <dgm:spPr/>
      <dgm:t>
        <a:bodyPr/>
        <a:lstStyle/>
        <a:p>
          <a:r>
            <a:rPr lang="zh-CN" altLang="en-US" dirty="0" smtClean="0"/>
            <a:t>迭代计划</a:t>
          </a:r>
          <a:endParaRPr lang="zh-CN" altLang="en-US" dirty="0"/>
        </a:p>
      </dgm:t>
    </dgm:pt>
    <dgm:pt modelId="{918CA476-E460-43D1-9687-B9E9676C7875}" type="parTrans" cxnId="{5551730F-8459-44EC-92C2-CA9D8929DE69}">
      <dgm:prSet/>
      <dgm:spPr/>
      <dgm:t>
        <a:bodyPr/>
        <a:lstStyle/>
        <a:p>
          <a:endParaRPr lang="zh-CN" altLang="en-US"/>
        </a:p>
      </dgm:t>
    </dgm:pt>
    <dgm:pt modelId="{97A3C2F4-DE1F-4E00-A640-98B469AA452F}" type="sibTrans" cxnId="{5551730F-8459-44EC-92C2-CA9D8929DE69}">
      <dgm:prSet/>
      <dgm:spPr/>
      <dgm:t>
        <a:bodyPr/>
        <a:lstStyle/>
        <a:p>
          <a:endParaRPr lang="zh-CN" altLang="en-US"/>
        </a:p>
      </dgm:t>
    </dgm:pt>
    <dgm:pt modelId="{90518F71-75EE-4967-8B97-2151303A7C4F}">
      <dgm:prSet phldrT="[Text]"/>
      <dgm:spPr/>
      <dgm:t>
        <a:bodyPr/>
        <a:lstStyle/>
        <a:p>
          <a:r>
            <a:rPr lang="zh-CN" altLang="en-US" dirty="0" smtClean="0"/>
            <a:t>迭代开发</a:t>
          </a:r>
          <a:endParaRPr lang="zh-CN" altLang="en-US" dirty="0"/>
        </a:p>
      </dgm:t>
    </dgm:pt>
    <dgm:pt modelId="{91787D0F-6E74-42B0-86B4-FF7680AB2C28}" type="parTrans" cxnId="{49D9DC15-9E63-42CD-A574-A31D5C410CC3}">
      <dgm:prSet/>
      <dgm:spPr/>
      <dgm:t>
        <a:bodyPr/>
        <a:lstStyle/>
        <a:p>
          <a:endParaRPr lang="zh-CN" altLang="en-US"/>
        </a:p>
      </dgm:t>
    </dgm:pt>
    <dgm:pt modelId="{39D47450-9850-436C-851F-C44E9595250B}" type="sibTrans" cxnId="{49D9DC15-9E63-42CD-A574-A31D5C410CC3}">
      <dgm:prSet/>
      <dgm:spPr/>
      <dgm:t>
        <a:bodyPr/>
        <a:lstStyle/>
        <a:p>
          <a:endParaRPr lang="zh-CN" altLang="en-US"/>
        </a:p>
      </dgm:t>
    </dgm:pt>
    <dgm:pt modelId="{FC7476DD-6A8D-4A6A-BA95-39B893B6CFF9}">
      <dgm:prSet phldrT="[Text]"/>
      <dgm:spPr/>
      <dgm:t>
        <a:bodyPr/>
        <a:lstStyle/>
        <a:p>
          <a:r>
            <a:rPr lang="zh-CN" altLang="en-US" dirty="0" smtClean="0"/>
            <a:t>集成测试</a:t>
          </a:r>
          <a:endParaRPr lang="zh-CN" altLang="en-US" dirty="0"/>
        </a:p>
      </dgm:t>
    </dgm:pt>
    <dgm:pt modelId="{C406A57F-AFF9-479C-B1B1-EB8EB9B3D55E}" type="parTrans" cxnId="{26C5EE2A-07D6-4DB4-A148-C1AAAC841EB2}">
      <dgm:prSet/>
      <dgm:spPr/>
      <dgm:t>
        <a:bodyPr/>
        <a:lstStyle/>
        <a:p>
          <a:endParaRPr lang="zh-CN" altLang="en-US"/>
        </a:p>
      </dgm:t>
    </dgm:pt>
    <dgm:pt modelId="{70FF0C6D-395B-4F22-BE0F-F10519E486D2}" type="sibTrans" cxnId="{26C5EE2A-07D6-4DB4-A148-C1AAAC841EB2}">
      <dgm:prSet/>
      <dgm:spPr/>
      <dgm:t>
        <a:bodyPr/>
        <a:lstStyle/>
        <a:p>
          <a:endParaRPr lang="zh-CN" altLang="en-US"/>
        </a:p>
      </dgm:t>
    </dgm:pt>
    <dgm:pt modelId="{7298CBAD-8E11-4764-9170-D4160E7CB1C5}">
      <dgm:prSet phldrT="[Text]"/>
      <dgm:spPr/>
      <dgm:t>
        <a:bodyPr/>
        <a:lstStyle/>
        <a:p>
          <a:r>
            <a:rPr lang="en-US" altLang="zh-CN" dirty="0" smtClean="0"/>
            <a:t>Story</a:t>
          </a:r>
          <a:r>
            <a:rPr lang="zh-CN" altLang="en-US" dirty="0" smtClean="0"/>
            <a:t>开发</a:t>
          </a:r>
          <a:endParaRPr lang="zh-CN" altLang="en-US" dirty="0"/>
        </a:p>
      </dgm:t>
    </dgm:pt>
    <dgm:pt modelId="{2F93F513-079D-4059-974C-98E09D80CC37}" type="parTrans" cxnId="{5EFCF5D9-F4EA-4EDB-B579-B25F1448FE33}">
      <dgm:prSet/>
      <dgm:spPr/>
      <dgm:t>
        <a:bodyPr/>
        <a:lstStyle/>
        <a:p>
          <a:endParaRPr lang="zh-CN" altLang="en-US"/>
        </a:p>
      </dgm:t>
    </dgm:pt>
    <dgm:pt modelId="{6C1692F1-6EAB-4C36-AD93-78D28C7DBA28}" type="sibTrans" cxnId="{5EFCF5D9-F4EA-4EDB-B579-B25F1448FE33}">
      <dgm:prSet/>
      <dgm:spPr/>
      <dgm:t>
        <a:bodyPr/>
        <a:lstStyle/>
        <a:p>
          <a:endParaRPr lang="zh-CN" altLang="en-US"/>
        </a:p>
      </dgm:t>
    </dgm:pt>
    <dgm:pt modelId="{25B8A758-E66B-4260-A2BE-4D3AEE8C7599}">
      <dgm:prSet phldrT="[Text]"/>
      <dgm:spPr/>
      <dgm:t>
        <a:bodyPr/>
        <a:lstStyle/>
        <a:p>
          <a:r>
            <a:rPr lang="zh-CN" altLang="en-US" dirty="0" smtClean="0"/>
            <a:t>迭代测试</a:t>
          </a:r>
          <a:endParaRPr lang="zh-CN" altLang="en-US" dirty="0"/>
        </a:p>
      </dgm:t>
    </dgm:pt>
    <dgm:pt modelId="{264F6355-5A6D-443E-BFB3-0C880C61B484}" type="parTrans" cxnId="{E4FC970D-766F-4460-BB57-C0D9CE890521}">
      <dgm:prSet/>
      <dgm:spPr/>
      <dgm:t>
        <a:bodyPr/>
        <a:lstStyle/>
        <a:p>
          <a:endParaRPr lang="zh-CN" altLang="en-US"/>
        </a:p>
      </dgm:t>
    </dgm:pt>
    <dgm:pt modelId="{0437FD57-5527-4782-A57F-6A3A8A0B6321}" type="sibTrans" cxnId="{E4FC970D-766F-4460-BB57-C0D9CE890521}">
      <dgm:prSet/>
      <dgm:spPr/>
      <dgm:t>
        <a:bodyPr/>
        <a:lstStyle/>
        <a:p>
          <a:endParaRPr lang="zh-CN" altLang="en-US"/>
        </a:p>
      </dgm:t>
    </dgm:pt>
    <dgm:pt modelId="{E380156D-A5EB-408F-9BF4-5D283A7CB002}">
      <dgm:prSet phldrT="[Text]"/>
      <dgm:spPr/>
      <dgm:t>
        <a:bodyPr/>
        <a:lstStyle/>
        <a:p>
          <a:r>
            <a:rPr lang="zh-CN" altLang="en-US" dirty="0" smtClean="0"/>
            <a:t>系统功能测试</a:t>
          </a:r>
          <a:endParaRPr lang="zh-CN" altLang="en-US" dirty="0"/>
        </a:p>
      </dgm:t>
    </dgm:pt>
    <dgm:pt modelId="{A62E22A6-ADF3-49E8-99A4-C9C737FE3540}" type="parTrans" cxnId="{A89F4BB8-5511-45BC-B2C1-448442A6929A}">
      <dgm:prSet/>
      <dgm:spPr/>
      <dgm:t>
        <a:bodyPr/>
        <a:lstStyle/>
        <a:p>
          <a:endParaRPr lang="zh-CN" altLang="en-US"/>
        </a:p>
      </dgm:t>
    </dgm:pt>
    <dgm:pt modelId="{9A638760-DF03-47F3-847C-6D5419972434}" type="sibTrans" cxnId="{A89F4BB8-5511-45BC-B2C1-448442A6929A}">
      <dgm:prSet/>
      <dgm:spPr/>
      <dgm:t>
        <a:bodyPr/>
        <a:lstStyle/>
        <a:p>
          <a:endParaRPr lang="zh-CN" altLang="en-US"/>
        </a:p>
      </dgm:t>
    </dgm:pt>
    <dgm:pt modelId="{F5E11761-19AE-4720-9FCE-01F232B206B4}" type="pres">
      <dgm:prSet presAssocID="{ECAF9D81-D1B8-450E-8DF6-4670371E255B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FC4A0F1-73C1-4282-924E-1FE42CCA16C9}" type="pres">
      <dgm:prSet presAssocID="{1538E1B5-24BF-4551-8B40-A80BDB1AACFA}" presName="compNode" presStyleCnt="0"/>
      <dgm:spPr/>
    </dgm:pt>
    <dgm:pt modelId="{446626AA-AA33-40DC-9945-945C1FA93224}" type="pres">
      <dgm:prSet presAssocID="{1538E1B5-24BF-4551-8B40-A80BDB1AACFA}" presName="noGeometry" presStyleCnt="0"/>
      <dgm:spPr/>
    </dgm:pt>
    <dgm:pt modelId="{82B949D5-229B-46A4-A82B-A962A220D629}" type="pres">
      <dgm:prSet presAssocID="{1538E1B5-24BF-4551-8B40-A80BDB1AACFA}" presName="childTextVisible" presStyleLbl="bgAccFollowNode1" presStyleIdx="0" presStyleCnt="5" custLinFactNeighborX="88095" custLinFactNeighborY="-7885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4EA3B47-BA79-4F93-9F89-9EE56714349C}" type="pres">
      <dgm:prSet presAssocID="{1538E1B5-24BF-4551-8B40-A80BDB1AACFA}" presName="childTextHidden" presStyleLbl="bgAccFollowNode1" presStyleIdx="0" presStyleCnt="5"/>
      <dgm:spPr/>
      <dgm:t>
        <a:bodyPr/>
        <a:lstStyle/>
        <a:p>
          <a:endParaRPr lang="zh-CN" altLang="en-US"/>
        </a:p>
      </dgm:t>
    </dgm:pt>
    <dgm:pt modelId="{459F53B5-DB35-41F8-883F-A498FB94005D}" type="pres">
      <dgm:prSet presAssocID="{1538E1B5-24BF-4551-8B40-A80BDB1AACFA}" presName="parentText" presStyleLbl="node1" presStyleIdx="0" presStyleCnt="5" custLinFactX="76192" custLinFactY="-37851" custLinFactNeighborX="100000" custLinFactNeighborY="-10000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1D650E-1C43-4CDC-AEEA-B62F531C23C6}" type="pres">
      <dgm:prSet presAssocID="{1538E1B5-24BF-4551-8B40-A80BDB1AACFA}" presName="aSpace" presStyleCnt="0"/>
      <dgm:spPr/>
    </dgm:pt>
    <dgm:pt modelId="{74B33EFA-ECD3-42E6-8D3C-D779C53B13F3}" type="pres">
      <dgm:prSet presAssocID="{7CD8A058-993A-4801-889E-7852D1DA35C5}" presName="compNode" presStyleCnt="0"/>
      <dgm:spPr/>
    </dgm:pt>
    <dgm:pt modelId="{39A74D22-DE90-42EE-8D70-E5C1E912479D}" type="pres">
      <dgm:prSet presAssocID="{7CD8A058-993A-4801-889E-7852D1DA35C5}" presName="noGeometry" presStyleCnt="0"/>
      <dgm:spPr/>
    </dgm:pt>
    <dgm:pt modelId="{1889FF69-3D6B-4456-96BE-24A1ED242CC1}" type="pres">
      <dgm:prSet presAssocID="{7CD8A058-993A-4801-889E-7852D1DA35C5}" presName="childTextVisible" presStyleLbl="bgAccFollowNode1" presStyleIdx="1" presStyleCnt="5" custLinFactNeighborX="88095" custLinFactNeighborY="-7885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E5F2B6-5EAD-4DBA-B3DA-1957687E54E4}" type="pres">
      <dgm:prSet presAssocID="{7CD8A058-993A-4801-889E-7852D1DA35C5}" presName="childTextHidden" presStyleLbl="bgAccFollowNode1" presStyleIdx="1" presStyleCnt="5"/>
      <dgm:spPr/>
      <dgm:t>
        <a:bodyPr/>
        <a:lstStyle/>
        <a:p>
          <a:endParaRPr lang="zh-CN" altLang="en-US"/>
        </a:p>
      </dgm:t>
    </dgm:pt>
    <dgm:pt modelId="{0B2C52D8-94FA-4EFA-A26A-2B562E0B25A1}" type="pres">
      <dgm:prSet presAssocID="{7CD8A058-993A-4801-889E-7852D1DA35C5}" presName="parentText" presStyleLbl="node1" presStyleIdx="1" presStyleCnt="5" custLinFactX="76192" custLinFactY="-37851" custLinFactNeighborX="100000" custLinFactNeighborY="-10000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5E1CD0-6E87-4C36-A57A-982844CD5550}" type="pres">
      <dgm:prSet presAssocID="{7CD8A058-993A-4801-889E-7852D1DA35C5}" presName="aSpace" presStyleCnt="0"/>
      <dgm:spPr/>
    </dgm:pt>
    <dgm:pt modelId="{32F6D3C3-7D11-4BB7-AECC-0AD97B5DEC4F}" type="pres">
      <dgm:prSet presAssocID="{685A0BC2-4BFA-4A93-B3A3-C230C4B02672}" presName="compNode" presStyleCnt="0"/>
      <dgm:spPr/>
    </dgm:pt>
    <dgm:pt modelId="{638EFE76-DBF2-424F-9B50-C0E2756FB614}" type="pres">
      <dgm:prSet presAssocID="{685A0BC2-4BFA-4A93-B3A3-C230C4B02672}" presName="noGeometry" presStyleCnt="0"/>
      <dgm:spPr/>
    </dgm:pt>
    <dgm:pt modelId="{9273D060-0245-4191-B770-F8313DAB4C24}" type="pres">
      <dgm:prSet presAssocID="{685A0BC2-4BFA-4A93-B3A3-C230C4B02672}" presName="childTextVisible" presStyleLbl="bgAccFollowNode1" presStyleIdx="2" presStyleCnt="5" custLinFactNeighborX="88095" custLinFactNeighborY="-7885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67588C-D986-4C9E-92DC-57452DF72AE0}" type="pres">
      <dgm:prSet presAssocID="{685A0BC2-4BFA-4A93-B3A3-C230C4B02672}" presName="childTextHidden" presStyleLbl="bgAccFollowNode1" presStyleIdx="2" presStyleCnt="5"/>
      <dgm:spPr/>
      <dgm:t>
        <a:bodyPr/>
        <a:lstStyle/>
        <a:p>
          <a:endParaRPr lang="zh-CN" altLang="en-US"/>
        </a:p>
      </dgm:t>
    </dgm:pt>
    <dgm:pt modelId="{C282D6E7-9BF1-4592-911A-7B96FAC85F9E}" type="pres">
      <dgm:prSet presAssocID="{685A0BC2-4BFA-4A93-B3A3-C230C4B02672}" presName="parentText" presStyleLbl="node1" presStyleIdx="2" presStyleCnt="5" custLinFactX="76192" custLinFactY="-37851" custLinFactNeighborX="100000" custLinFactNeighborY="-10000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9403AAE-9250-41B4-8B0E-3000A72D7B1E}" type="pres">
      <dgm:prSet presAssocID="{685A0BC2-4BFA-4A93-B3A3-C230C4B02672}" presName="aSpace" presStyleCnt="0"/>
      <dgm:spPr/>
    </dgm:pt>
    <dgm:pt modelId="{8EC9D2D3-9F86-4058-988F-14CBBF7E8787}" type="pres">
      <dgm:prSet presAssocID="{90518F71-75EE-4967-8B97-2151303A7C4F}" presName="compNode" presStyleCnt="0"/>
      <dgm:spPr/>
    </dgm:pt>
    <dgm:pt modelId="{2FD88E4C-CE29-4DBA-89A9-53B4B99F0E48}" type="pres">
      <dgm:prSet presAssocID="{90518F71-75EE-4967-8B97-2151303A7C4F}" presName="noGeometry" presStyleCnt="0"/>
      <dgm:spPr/>
    </dgm:pt>
    <dgm:pt modelId="{248EEA1A-56A5-416D-9233-7543A66AAA9B}" type="pres">
      <dgm:prSet presAssocID="{90518F71-75EE-4967-8B97-2151303A7C4F}" presName="childTextVisible" presStyleLbl="bgAccFollowNode1" presStyleIdx="3" presStyleCnt="5" custLinFactX="-109714" custLinFactNeighborX="-200000" custLinFactNeighborY="9342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70FB19D-2C4A-4C81-A596-479816926694}" type="pres">
      <dgm:prSet presAssocID="{90518F71-75EE-4967-8B97-2151303A7C4F}" presName="childTextHidden" presStyleLbl="bgAccFollowNode1" presStyleIdx="3" presStyleCnt="5"/>
      <dgm:spPr/>
      <dgm:t>
        <a:bodyPr/>
        <a:lstStyle/>
        <a:p>
          <a:endParaRPr lang="zh-CN" altLang="en-US"/>
        </a:p>
      </dgm:t>
    </dgm:pt>
    <dgm:pt modelId="{C10F3EB2-27EA-490F-B633-A694F46720DC}" type="pres">
      <dgm:prSet presAssocID="{90518F71-75EE-4967-8B97-2151303A7C4F}" presName="parentText" presStyleLbl="node1" presStyleIdx="3" presStyleCnt="5" custLinFactX="-300000" custLinFactY="63336" custLinFactNeighborX="-319405" custLinFactNeighborY="10000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66199E0-9126-4CD8-85BD-8085F35C4E6D}" type="pres">
      <dgm:prSet presAssocID="{90518F71-75EE-4967-8B97-2151303A7C4F}" presName="aSpace" presStyleCnt="0"/>
      <dgm:spPr/>
    </dgm:pt>
    <dgm:pt modelId="{3AD74EEB-3FFD-4D3A-87EA-114D536061D8}" type="pres">
      <dgm:prSet presAssocID="{FC7476DD-6A8D-4A6A-BA95-39B893B6CFF9}" presName="compNode" presStyleCnt="0"/>
      <dgm:spPr/>
    </dgm:pt>
    <dgm:pt modelId="{F432496F-CFA9-448E-90BB-B4AC5038678A}" type="pres">
      <dgm:prSet presAssocID="{FC7476DD-6A8D-4A6A-BA95-39B893B6CFF9}" presName="noGeometry" presStyleCnt="0"/>
      <dgm:spPr/>
    </dgm:pt>
    <dgm:pt modelId="{B1A24FFD-EF80-4AF1-8E3F-BE2404D292C0}" type="pres">
      <dgm:prSet presAssocID="{FC7476DD-6A8D-4A6A-BA95-39B893B6CFF9}" presName="childTextVisible" presStyleLbl="bgAccFollowNode1" presStyleIdx="4" presStyleCnt="5" custLinFactX="-109714" custLinFactNeighborX="-200000" custLinFactNeighborY="9342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A71461-4B0D-4AF1-BC32-01B30F823C76}" type="pres">
      <dgm:prSet presAssocID="{FC7476DD-6A8D-4A6A-BA95-39B893B6CFF9}" presName="childTextHidden" presStyleLbl="bgAccFollowNode1" presStyleIdx="4" presStyleCnt="5"/>
      <dgm:spPr/>
      <dgm:t>
        <a:bodyPr/>
        <a:lstStyle/>
        <a:p>
          <a:endParaRPr lang="zh-CN" altLang="en-US"/>
        </a:p>
      </dgm:t>
    </dgm:pt>
    <dgm:pt modelId="{6D995F4E-A771-4B4A-8391-87C8DE927FFF}" type="pres">
      <dgm:prSet presAssocID="{FC7476DD-6A8D-4A6A-BA95-39B893B6CFF9}" presName="parentText" presStyleLbl="node1" presStyleIdx="4" presStyleCnt="5" custLinFactX="-300000" custLinFactY="63336" custLinFactNeighborX="-319405" custLinFactNeighborY="10000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14D7F8F-E60C-4584-B5A7-7E5CF73711A2}" type="presOf" srcId="{8D88D1E7-5AB9-4688-88FD-D92EB4D6B9A2}" destId="{1889FF69-3D6B-4456-96BE-24A1ED242CC1}" srcOrd="0" destOrd="1" presId="urn:microsoft.com/office/officeart/2005/8/layout/hProcess6"/>
    <dgm:cxn modelId="{9B97A13E-0318-425D-AB29-AAC5EB9CC046}" type="presOf" srcId="{685A0BC2-4BFA-4A93-B3A3-C230C4B02672}" destId="{C282D6E7-9BF1-4592-911A-7B96FAC85F9E}" srcOrd="0" destOrd="0" presId="urn:microsoft.com/office/officeart/2005/8/layout/hProcess6"/>
    <dgm:cxn modelId="{7C884A3C-0360-4D36-8C70-E2B2ABEE298F}" srcId="{7CD8A058-993A-4801-889E-7852D1DA35C5}" destId="{8D88D1E7-5AB9-4688-88FD-D92EB4D6B9A2}" srcOrd="1" destOrd="0" parTransId="{1011AEB4-88F7-4E54-BA46-93344A2E80F6}" sibTransId="{401A8723-2057-4D02-A577-4702D40A0320}"/>
    <dgm:cxn modelId="{E312A748-5C4F-447D-8FB1-E42A02598DF3}" type="presOf" srcId="{3AD9E8BD-99DC-441F-A664-B427FF8DA070}" destId="{9367588C-D986-4C9E-92DC-57452DF72AE0}" srcOrd="1" destOrd="0" presId="urn:microsoft.com/office/officeart/2005/8/layout/hProcess6"/>
    <dgm:cxn modelId="{1D59F984-F72C-434F-9344-42ADDADF5052}" type="presOf" srcId="{25B8A758-E66B-4260-A2BE-4D3AEE8C7599}" destId="{470FB19D-2C4A-4C81-A596-479816926694}" srcOrd="1" destOrd="1" presId="urn:microsoft.com/office/officeart/2005/8/layout/hProcess6"/>
    <dgm:cxn modelId="{8B1E9C5C-71B7-4F6F-8617-7E2A7D645D8D}" type="presOf" srcId="{25B8A758-E66B-4260-A2BE-4D3AEE8C7599}" destId="{248EEA1A-56A5-416D-9233-7543A66AAA9B}" srcOrd="0" destOrd="1" presId="urn:microsoft.com/office/officeart/2005/8/layout/hProcess6"/>
    <dgm:cxn modelId="{A89F4BB8-5511-45BC-B2C1-448442A6929A}" srcId="{FC7476DD-6A8D-4A6A-BA95-39B893B6CFF9}" destId="{E380156D-A5EB-408F-9BF4-5D283A7CB002}" srcOrd="0" destOrd="0" parTransId="{A62E22A6-ADF3-49E8-99A4-C9C737FE3540}" sibTransId="{9A638760-DF03-47F3-847C-6D5419972434}"/>
    <dgm:cxn modelId="{B96F55B5-E728-4790-B4F7-8D2705000E02}" type="presOf" srcId="{7298CBAD-8E11-4764-9170-D4160E7CB1C5}" destId="{248EEA1A-56A5-416D-9233-7543A66AAA9B}" srcOrd="0" destOrd="0" presId="urn:microsoft.com/office/officeart/2005/8/layout/hProcess6"/>
    <dgm:cxn modelId="{771E0E95-D38C-4F68-BF50-760E61763E3C}" type="presOf" srcId="{1538E1B5-24BF-4551-8B40-A80BDB1AACFA}" destId="{459F53B5-DB35-41F8-883F-A498FB94005D}" srcOrd="0" destOrd="0" presId="urn:microsoft.com/office/officeart/2005/8/layout/hProcess6"/>
    <dgm:cxn modelId="{26C5EE2A-07D6-4DB4-A148-C1AAAC841EB2}" srcId="{ECAF9D81-D1B8-450E-8DF6-4670371E255B}" destId="{FC7476DD-6A8D-4A6A-BA95-39B893B6CFF9}" srcOrd="4" destOrd="0" parTransId="{C406A57F-AFF9-479C-B1B1-EB8EB9B3D55E}" sibTransId="{70FF0C6D-395B-4F22-BE0F-F10519E486D2}"/>
    <dgm:cxn modelId="{07F32B8C-C155-4DE1-9EA1-E27F1AEB329F}" type="presOf" srcId="{3AD9E8BD-99DC-441F-A664-B427FF8DA070}" destId="{9273D060-0245-4191-B770-F8313DAB4C24}" srcOrd="0" destOrd="0" presId="urn:microsoft.com/office/officeart/2005/8/layout/hProcess6"/>
    <dgm:cxn modelId="{BBDACD9B-94CC-4AB1-ABC0-9A6AE4E335C7}" type="presOf" srcId="{F8A37CDC-C83B-4038-8CFD-48E651900811}" destId="{82B949D5-229B-46A4-A82B-A962A220D629}" srcOrd="0" destOrd="0" presId="urn:microsoft.com/office/officeart/2005/8/layout/hProcess6"/>
    <dgm:cxn modelId="{9C061E69-F1A4-4468-9642-CB30F4CB6D13}" srcId="{ECAF9D81-D1B8-450E-8DF6-4670371E255B}" destId="{685A0BC2-4BFA-4A93-B3A3-C230C4B02672}" srcOrd="2" destOrd="0" parTransId="{77854C52-9679-4281-B413-F0B9685CE344}" sibTransId="{597D0A0E-7081-4E26-9EFD-A2F14C31881D}"/>
    <dgm:cxn modelId="{9D1E4170-31F7-4712-8CA7-02C21124CC24}" srcId="{ECAF9D81-D1B8-450E-8DF6-4670371E255B}" destId="{7CD8A058-993A-4801-889E-7852D1DA35C5}" srcOrd="1" destOrd="0" parTransId="{3EB02B36-5BF5-41A7-8637-4646D2F2B8E1}" sibTransId="{B44225AD-6DC6-4997-8B20-B37FA8B33426}"/>
    <dgm:cxn modelId="{90F0A2AB-BF16-40E3-87FF-19B0660C2D98}" type="presOf" srcId="{7298CBAD-8E11-4764-9170-D4160E7CB1C5}" destId="{470FB19D-2C4A-4C81-A596-479816926694}" srcOrd="1" destOrd="0" presId="urn:microsoft.com/office/officeart/2005/8/layout/hProcess6"/>
    <dgm:cxn modelId="{9C68CDBF-6502-4DCA-A5F3-6869EF8D3A07}" type="presOf" srcId="{90518F71-75EE-4967-8B97-2151303A7C4F}" destId="{C10F3EB2-27EA-490F-B633-A694F46720DC}" srcOrd="0" destOrd="0" presId="urn:microsoft.com/office/officeart/2005/8/layout/hProcess6"/>
    <dgm:cxn modelId="{35230FAC-2783-4DAA-B2A6-A8DD364A85D3}" srcId="{7CD8A058-993A-4801-889E-7852D1DA35C5}" destId="{6ED57FAD-684E-427A-ACC0-7EB3902666CB}" srcOrd="0" destOrd="0" parTransId="{F345E666-A41A-42AD-969F-3CB0330E4660}" sibTransId="{D316796B-F255-4DDD-B466-B68FEC1719A4}"/>
    <dgm:cxn modelId="{FBEEBCEF-0A85-4B0C-BE85-98D34CFE90FC}" type="presOf" srcId="{8D88D1E7-5AB9-4688-88FD-D92EB4D6B9A2}" destId="{32E5F2B6-5EAD-4DBA-B3DA-1957687E54E4}" srcOrd="1" destOrd="1" presId="urn:microsoft.com/office/officeart/2005/8/layout/hProcess6"/>
    <dgm:cxn modelId="{F31595CE-55E7-464F-9C1B-E16F72A27024}" type="presOf" srcId="{6ED57FAD-684E-427A-ACC0-7EB3902666CB}" destId="{1889FF69-3D6B-4456-96BE-24A1ED242CC1}" srcOrd="0" destOrd="0" presId="urn:microsoft.com/office/officeart/2005/8/layout/hProcess6"/>
    <dgm:cxn modelId="{21C8CAD4-9D61-4FA3-BB5E-A2586DC08031}" type="presOf" srcId="{E380156D-A5EB-408F-9BF4-5D283A7CB002}" destId="{F2A71461-4B0D-4AF1-BC32-01B30F823C76}" srcOrd="1" destOrd="0" presId="urn:microsoft.com/office/officeart/2005/8/layout/hProcess6"/>
    <dgm:cxn modelId="{B918D653-7CB5-4A05-B861-F5AE46975946}" srcId="{ECAF9D81-D1B8-450E-8DF6-4670371E255B}" destId="{1538E1B5-24BF-4551-8B40-A80BDB1AACFA}" srcOrd="0" destOrd="0" parTransId="{F7F6726F-142D-4F65-BD00-82DD1584E338}" sibTransId="{7938A28C-3091-49B3-A8A0-E9303FBE549E}"/>
    <dgm:cxn modelId="{186674D8-EB8A-4221-810C-08AC188B581A}" srcId="{685A0BC2-4BFA-4A93-B3A3-C230C4B02672}" destId="{3AD9E8BD-99DC-441F-A664-B427FF8DA070}" srcOrd="0" destOrd="0" parTransId="{39BD27C6-608D-4EDF-9243-06B7DAF7CDC2}" sibTransId="{DDE246CE-4818-4DB8-A5F5-208323C8106D}"/>
    <dgm:cxn modelId="{FC84B65F-BB77-4A16-AA60-1178A96A6428}" type="presOf" srcId="{A9CE18A4-588F-4709-BFEE-A108B11CEF94}" destId="{9273D060-0245-4191-B770-F8313DAB4C24}" srcOrd="0" destOrd="1" presId="urn:microsoft.com/office/officeart/2005/8/layout/hProcess6"/>
    <dgm:cxn modelId="{5EFCF5D9-F4EA-4EDB-B579-B25F1448FE33}" srcId="{90518F71-75EE-4967-8B97-2151303A7C4F}" destId="{7298CBAD-8E11-4764-9170-D4160E7CB1C5}" srcOrd="0" destOrd="0" parTransId="{2F93F513-079D-4059-974C-98E09D80CC37}" sibTransId="{6C1692F1-6EAB-4C36-AD93-78D28C7DBA28}"/>
    <dgm:cxn modelId="{615A6B3C-7446-4981-AFD4-7723027F6EBA}" type="presOf" srcId="{6ED57FAD-684E-427A-ACC0-7EB3902666CB}" destId="{32E5F2B6-5EAD-4DBA-B3DA-1957687E54E4}" srcOrd="1" destOrd="0" presId="urn:microsoft.com/office/officeart/2005/8/layout/hProcess6"/>
    <dgm:cxn modelId="{E4FC970D-766F-4460-BB57-C0D9CE890521}" srcId="{90518F71-75EE-4967-8B97-2151303A7C4F}" destId="{25B8A758-E66B-4260-A2BE-4D3AEE8C7599}" srcOrd="1" destOrd="0" parTransId="{264F6355-5A6D-443E-BFB3-0C880C61B484}" sibTransId="{0437FD57-5527-4782-A57F-6A3A8A0B6321}"/>
    <dgm:cxn modelId="{1E0D8BB2-5B55-4DF1-95A4-CFE54DE4CBB0}" type="presOf" srcId="{F8A37CDC-C83B-4038-8CFD-48E651900811}" destId="{24EA3B47-BA79-4F93-9F89-9EE56714349C}" srcOrd="1" destOrd="0" presId="urn:microsoft.com/office/officeart/2005/8/layout/hProcess6"/>
    <dgm:cxn modelId="{891A2207-E2BD-4B2C-80F7-41593DCE399D}" type="presOf" srcId="{7CD8A058-993A-4801-889E-7852D1DA35C5}" destId="{0B2C52D8-94FA-4EFA-A26A-2B562E0B25A1}" srcOrd="0" destOrd="0" presId="urn:microsoft.com/office/officeart/2005/8/layout/hProcess6"/>
    <dgm:cxn modelId="{4BC64B64-04F5-4641-852C-8E3088FF2F09}" type="presOf" srcId="{ECAF9D81-D1B8-450E-8DF6-4670371E255B}" destId="{F5E11761-19AE-4720-9FCE-01F232B206B4}" srcOrd="0" destOrd="0" presId="urn:microsoft.com/office/officeart/2005/8/layout/hProcess6"/>
    <dgm:cxn modelId="{A4546138-10E9-41C6-9AD3-1880482B101F}" type="presOf" srcId="{A9CE18A4-588F-4709-BFEE-A108B11CEF94}" destId="{9367588C-D986-4C9E-92DC-57452DF72AE0}" srcOrd="1" destOrd="1" presId="urn:microsoft.com/office/officeart/2005/8/layout/hProcess6"/>
    <dgm:cxn modelId="{49D9DC15-9E63-42CD-A574-A31D5C410CC3}" srcId="{ECAF9D81-D1B8-450E-8DF6-4670371E255B}" destId="{90518F71-75EE-4967-8B97-2151303A7C4F}" srcOrd="3" destOrd="0" parTransId="{91787D0F-6E74-42B0-86B4-FF7680AB2C28}" sibTransId="{39D47450-9850-436C-851F-C44E9595250B}"/>
    <dgm:cxn modelId="{ACA57472-C921-43FD-B2D9-4D9FF7AC5B09}" srcId="{1538E1B5-24BF-4551-8B40-A80BDB1AACFA}" destId="{F8A37CDC-C83B-4038-8CFD-48E651900811}" srcOrd="0" destOrd="0" parTransId="{E7932D78-0619-4867-B380-258371F55260}" sibTransId="{30BBD4EC-4FB4-4A35-AB03-D001BA439EBD}"/>
    <dgm:cxn modelId="{911BF2ED-497B-4372-B2B9-7E34EC1D9F61}" type="presOf" srcId="{E380156D-A5EB-408F-9BF4-5D283A7CB002}" destId="{B1A24FFD-EF80-4AF1-8E3F-BE2404D292C0}" srcOrd="0" destOrd="0" presId="urn:microsoft.com/office/officeart/2005/8/layout/hProcess6"/>
    <dgm:cxn modelId="{5551730F-8459-44EC-92C2-CA9D8929DE69}" srcId="{685A0BC2-4BFA-4A93-B3A3-C230C4B02672}" destId="{A9CE18A4-588F-4709-BFEE-A108B11CEF94}" srcOrd="1" destOrd="0" parTransId="{918CA476-E460-43D1-9687-B9E9676C7875}" sibTransId="{97A3C2F4-DE1F-4E00-A640-98B469AA452F}"/>
    <dgm:cxn modelId="{1DA28190-A221-453D-A808-E103BD1743F6}" type="presOf" srcId="{FC7476DD-6A8D-4A6A-BA95-39B893B6CFF9}" destId="{6D995F4E-A771-4B4A-8391-87C8DE927FFF}" srcOrd="0" destOrd="0" presId="urn:microsoft.com/office/officeart/2005/8/layout/hProcess6"/>
    <dgm:cxn modelId="{6FD45BBA-D058-45AB-BC14-7B9795BCE0A0}" type="presParOf" srcId="{F5E11761-19AE-4720-9FCE-01F232B206B4}" destId="{0FC4A0F1-73C1-4282-924E-1FE42CCA16C9}" srcOrd="0" destOrd="0" presId="urn:microsoft.com/office/officeart/2005/8/layout/hProcess6"/>
    <dgm:cxn modelId="{FAFAEA93-7DC0-4CC5-A106-4FE8C4C69BF9}" type="presParOf" srcId="{0FC4A0F1-73C1-4282-924E-1FE42CCA16C9}" destId="{446626AA-AA33-40DC-9945-945C1FA93224}" srcOrd="0" destOrd="0" presId="urn:microsoft.com/office/officeart/2005/8/layout/hProcess6"/>
    <dgm:cxn modelId="{1454363F-111C-473C-9B2B-E4A8C9DE941D}" type="presParOf" srcId="{0FC4A0F1-73C1-4282-924E-1FE42CCA16C9}" destId="{82B949D5-229B-46A4-A82B-A962A220D629}" srcOrd="1" destOrd="0" presId="urn:microsoft.com/office/officeart/2005/8/layout/hProcess6"/>
    <dgm:cxn modelId="{2F2A302B-8826-4B9B-A27F-FB12F252DC05}" type="presParOf" srcId="{0FC4A0F1-73C1-4282-924E-1FE42CCA16C9}" destId="{24EA3B47-BA79-4F93-9F89-9EE56714349C}" srcOrd="2" destOrd="0" presId="urn:microsoft.com/office/officeart/2005/8/layout/hProcess6"/>
    <dgm:cxn modelId="{9719C401-897C-4D2F-9C17-F5D1B7DD0404}" type="presParOf" srcId="{0FC4A0F1-73C1-4282-924E-1FE42CCA16C9}" destId="{459F53B5-DB35-41F8-883F-A498FB94005D}" srcOrd="3" destOrd="0" presId="urn:microsoft.com/office/officeart/2005/8/layout/hProcess6"/>
    <dgm:cxn modelId="{168F0BDE-325D-45BD-8D04-336599585750}" type="presParOf" srcId="{F5E11761-19AE-4720-9FCE-01F232B206B4}" destId="{431D650E-1C43-4CDC-AEEA-B62F531C23C6}" srcOrd="1" destOrd="0" presId="urn:microsoft.com/office/officeart/2005/8/layout/hProcess6"/>
    <dgm:cxn modelId="{5F266A36-8FD8-4DC8-B581-E34A76B2C7C2}" type="presParOf" srcId="{F5E11761-19AE-4720-9FCE-01F232B206B4}" destId="{74B33EFA-ECD3-42E6-8D3C-D779C53B13F3}" srcOrd="2" destOrd="0" presId="urn:microsoft.com/office/officeart/2005/8/layout/hProcess6"/>
    <dgm:cxn modelId="{C6A20342-ABE5-4C75-9075-5EF629BCAC49}" type="presParOf" srcId="{74B33EFA-ECD3-42E6-8D3C-D779C53B13F3}" destId="{39A74D22-DE90-42EE-8D70-E5C1E912479D}" srcOrd="0" destOrd="0" presId="urn:microsoft.com/office/officeart/2005/8/layout/hProcess6"/>
    <dgm:cxn modelId="{0C748954-5DF1-4B70-99E0-2936EBB500ED}" type="presParOf" srcId="{74B33EFA-ECD3-42E6-8D3C-D779C53B13F3}" destId="{1889FF69-3D6B-4456-96BE-24A1ED242CC1}" srcOrd="1" destOrd="0" presId="urn:microsoft.com/office/officeart/2005/8/layout/hProcess6"/>
    <dgm:cxn modelId="{31AC84D4-B78F-4D97-A70B-3BE1A33C5D5F}" type="presParOf" srcId="{74B33EFA-ECD3-42E6-8D3C-D779C53B13F3}" destId="{32E5F2B6-5EAD-4DBA-B3DA-1957687E54E4}" srcOrd="2" destOrd="0" presId="urn:microsoft.com/office/officeart/2005/8/layout/hProcess6"/>
    <dgm:cxn modelId="{4CBFBC12-E544-457D-BEF4-21FAEAAC7CDC}" type="presParOf" srcId="{74B33EFA-ECD3-42E6-8D3C-D779C53B13F3}" destId="{0B2C52D8-94FA-4EFA-A26A-2B562E0B25A1}" srcOrd="3" destOrd="0" presId="urn:microsoft.com/office/officeart/2005/8/layout/hProcess6"/>
    <dgm:cxn modelId="{0B2C5A97-3850-4A47-BC5A-DD235DF73CC4}" type="presParOf" srcId="{F5E11761-19AE-4720-9FCE-01F232B206B4}" destId="{CC5E1CD0-6E87-4C36-A57A-982844CD5550}" srcOrd="3" destOrd="0" presId="urn:microsoft.com/office/officeart/2005/8/layout/hProcess6"/>
    <dgm:cxn modelId="{D6443103-9DF6-4D2C-BE50-E79389F9E0E0}" type="presParOf" srcId="{F5E11761-19AE-4720-9FCE-01F232B206B4}" destId="{32F6D3C3-7D11-4BB7-AECC-0AD97B5DEC4F}" srcOrd="4" destOrd="0" presId="urn:microsoft.com/office/officeart/2005/8/layout/hProcess6"/>
    <dgm:cxn modelId="{558085D4-3D57-4E05-A184-4ECD07409F37}" type="presParOf" srcId="{32F6D3C3-7D11-4BB7-AECC-0AD97B5DEC4F}" destId="{638EFE76-DBF2-424F-9B50-C0E2756FB614}" srcOrd="0" destOrd="0" presId="urn:microsoft.com/office/officeart/2005/8/layout/hProcess6"/>
    <dgm:cxn modelId="{C8B64A58-A0FE-4EDF-BD1A-8D2238A90DF2}" type="presParOf" srcId="{32F6D3C3-7D11-4BB7-AECC-0AD97B5DEC4F}" destId="{9273D060-0245-4191-B770-F8313DAB4C24}" srcOrd="1" destOrd="0" presId="urn:microsoft.com/office/officeart/2005/8/layout/hProcess6"/>
    <dgm:cxn modelId="{7A4E4FA1-8EEA-4F9E-8AE1-4BA5E3BAAFD1}" type="presParOf" srcId="{32F6D3C3-7D11-4BB7-AECC-0AD97B5DEC4F}" destId="{9367588C-D986-4C9E-92DC-57452DF72AE0}" srcOrd="2" destOrd="0" presId="urn:microsoft.com/office/officeart/2005/8/layout/hProcess6"/>
    <dgm:cxn modelId="{69F432DB-A1E1-4865-B5A7-E63E28CEC9C0}" type="presParOf" srcId="{32F6D3C3-7D11-4BB7-AECC-0AD97B5DEC4F}" destId="{C282D6E7-9BF1-4592-911A-7B96FAC85F9E}" srcOrd="3" destOrd="0" presId="urn:microsoft.com/office/officeart/2005/8/layout/hProcess6"/>
    <dgm:cxn modelId="{91410254-A178-4887-9F82-1948BC538F44}" type="presParOf" srcId="{F5E11761-19AE-4720-9FCE-01F232B206B4}" destId="{A9403AAE-9250-41B4-8B0E-3000A72D7B1E}" srcOrd="5" destOrd="0" presId="urn:microsoft.com/office/officeart/2005/8/layout/hProcess6"/>
    <dgm:cxn modelId="{62B81525-2D29-4255-BDEF-4E2ACFAB8F6F}" type="presParOf" srcId="{F5E11761-19AE-4720-9FCE-01F232B206B4}" destId="{8EC9D2D3-9F86-4058-988F-14CBBF7E8787}" srcOrd="6" destOrd="0" presId="urn:microsoft.com/office/officeart/2005/8/layout/hProcess6"/>
    <dgm:cxn modelId="{4C5820A1-6DA9-465B-9ECC-1EDF20B37266}" type="presParOf" srcId="{8EC9D2D3-9F86-4058-988F-14CBBF7E8787}" destId="{2FD88E4C-CE29-4DBA-89A9-53B4B99F0E48}" srcOrd="0" destOrd="0" presId="urn:microsoft.com/office/officeart/2005/8/layout/hProcess6"/>
    <dgm:cxn modelId="{D33949F1-958A-4C20-922D-4BAFD45A4FA8}" type="presParOf" srcId="{8EC9D2D3-9F86-4058-988F-14CBBF7E8787}" destId="{248EEA1A-56A5-416D-9233-7543A66AAA9B}" srcOrd="1" destOrd="0" presId="urn:microsoft.com/office/officeart/2005/8/layout/hProcess6"/>
    <dgm:cxn modelId="{FF00D535-D27A-4FE1-9587-8B15A35D537D}" type="presParOf" srcId="{8EC9D2D3-9F86-4058-988F-14CBBF7E8787}" destId="{470FB19D-2C4A-4C81-A596-479816926694}" srcOrd="2" destOrd="0" presId="urn:microsoft.com/office/officeart/2005/8/layout/hProcess6"/>
    <dgm:cxn modelId="{FE1D8173-532B-46C4-8B1A-C8452B6CBEC0}" type="presParOf" srcId="{8EC9D2D3-9F86-4058-988F-14CBBF7E8787}" destId="{C10F3EB2-27EA-490F-B633-A694F46720DC}" srcOrd="3" destOrd="0" presId="urn:microsoft.com/office/officeart/2005/8/layout/hProcess6"/>
    <dgm:cxn modelId="{AFD98495-5F4A-43CA-B636-7595F88D6EC5}" type="presParOf" srcId="{F5E11761-19AE-4720-9FCE-01F232B206B4}" destId="{B66199E0-9126-4CD8-85BD-8085F35C4E6D}" srcOrd="7" destOrd="0" presId="urn:microsoft.com/office/officeart/2005/8/layout/hProcess6"/>
    <dgm:cxn modelId="{3D33E930-E7C3-4F24-9D40-A2F6E6711F3D}" type="presParOf" srcId="{F5E11761-19AE-4720-9FCE-01F232B206B4}" destId="{3AD74EEB-3FFD-4D3A-87EA-114D536061D8}" srcOrd="8" destOrd="0" presId="urn:microsoft.com/office/officeart/2005/8/layout/hProcess6"/>
    <dgm:cxn modelId="{59B41216-2C7D-4894-B061-F60110E7FBE4}" type="presParOf" srcId="{3AD74EEB-3FFD-4D3A-87EA-114D536061D8}" destId="{F432496F-CFA9-448E-90BB-B4AC5038678A}" srcOrd="0" destOrd="0" presId="urn:microsoft.com/office/officeart/2005/8/layout/hProcess6"/>
    <dgm:cxn modelId="{B3378B27-648A-487E-9D9B-F670DF9ADE1D}" type="presParOf" srcId="{3AD74EEB-3FFD-4D3A-87EA-114D536061D8}" destId="{B1A24FFD-EF80-4AF1-8E3F-BE2404D292C0}" srcOrd="1" destOrd="0" presId="urn:microsoft.com/office/officeart/2005/8/layout/hProcess6"/>
    <dgm:cxn modelId="{567C09CA-B669-4559-BE5E-C19A9D43DC08}" type="presParOf" srcId="{3AD74EEB-3FFD-4D3A-87EA-114D536061D8}" destId="{F2A71461-4B0D-4AF1-BC32-01B30F823C76}" srcOrd="2" destOrd="0" presId="urn:microsoft.com/office/officeart/2005/8/layout/hProcess6"/>
    <dgm:cxn modelId="{7A476C8E-B1EE-4656-A050-9A3BB50C73A4}" type="presParOf" srcId="{3AD74EEB-3FFD-4D3A-87EA-114D536061D8}" destId="{6D995F4E-A771-4B4A-8391-87C8DE927FFF}" srcOrd="3" destOrd="0" presId="urn:microsoft.com/office/officeart/2005/8/layout/hProcess6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43D6BD-9367-45C4-B1C6-EBAB6364AF67}" type="doc">
      <dgm:prSet loTypeId="urn:microsoft.com/office/officeart/2005/8/layout/hList6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E59406B-F370-487B-83EF-8CE1826871E6}">
      <dgm:prSet phldrT="[Text]"/>
      <dgm:spPr/>
      <dgm:t>
        <a:bodyPr/>
        <a:lstStyle/>
        <a:p>
          <a:r>
            <a:rPr lang="zh-CN" altLang="en-US" dirty="0" smtClean="0"/>
            <a:t>设计</a:t>
          </a:r>
          <a:endParaRPr lang="zh-CN" altLang="en-US" dirty="0"/>
        </a:p>
      </dgm:t>
    </dgm:pt>
    <dgm:pt modelId="{2B2BBFEB-A1A4-47DA-9E79-D49F24AE06A2}" type="parTrans" cxnId="{276BE35F-91BD-412E-BD10-ADF8A494B867}">
      <dgm:prSet/>
      <dgm:spPr/>
      <dgm:t>
        <a:bodyPr/>
        <a:lstStyle/>
        <a:p>
          <a:endParaRPr lang="zh-CN" altLang="en-US"/>
        </a:p>
      </dgm:t>
    </dgm:pt>
    <dgm:pt modelId="{8CE08ADF-0DE8-4A6A-BA86-AB8278AA0102}" type="sibTrans" cxnId="{276BE35F-91BD-412E-BD10-ADF8A494B867}">
      <dgm:prSet/>
      <dgm:spPr/>
      <dgm:t>
        <a:bodyPr/>
        <a:lstStyle/>
        <a:p>
          <a:endParaRPr lang="zh-CN" altLang="en-US"/>
        </a:p>
      </dgm:t>
    </dgm:pt>
    <dgm:pt modelId="{C0EF04A7-B545-4F60-80AA-C1542C0B6D0C}">
      <dgm:prSet phldrT="[Text]"/>
      <dgm:spPr/>
      <dgm:t>
        <a:bodyPr/>
        <a:lstStyle/>
        <a:p>
          <a:r>
            <a:rPr lang="en-US" altLang="zh-CN" dirty="0" smtClean="0"/>
            <a:t>Story</a:t>
          </a:r>
          <a:r>
            <a:rPr lang="zh-CN" altLang="en-US" dirty="0" smtClean="0"/>
            <a:t>设计</a:t>
          </a:r>
          <a:endParaRPr lang="zh-CN" altLang="en-US" dirty="0"/>
        </a:p>
      </dgm:t>
    </dgm:pt>
    <dgm:pt modelId="{91C8391F-1CFB-4E06-A936-80A9EDA6B6CD}" type="parTrans" cxnId="{110ABC77-ED5F-4AE5-AC14-335BA5A62338}">
      <dgm:prSet/>
      <dgm:spPr/>
      <dgm:t>
        <a:bodyPr/>
        <a:lstStyle/>
        <a:p>
          <a:endParaRPr lang="zh-CN" altLang="en-US"/>
        </a:p>
      </dgm:t>
    </dgm:pt>
    <dgm:pt modelId="{B14EC68D-864D-41BE-9329-94C1C4A8BCA3}" type="sibTrans" cxnId="{110ABC77-ED5F-4AE5-AC14-335BA5A62338}">
      <dgm:prSet/>
      <dgm:spPr/>
      <dgm:t>
        <a:bodyPr/>
        <a:lstStyle/>
        <a:p>
          <a:endParaRPr lang="zh-CN" altLang="en-US"/>
        </a:p>
      </dgm:t>
    </dgm:pt>
    <dgm:pt modelId="{3F9E9F56-8037-4D74-B020-AE34E87C0883}">
      <dgm:prSet phldrT="[Text]"/>
      <dgm:spPr/>
      <dgm:t>
        <a:bodyPr/>
        <a:lstStyle/>
        <a:p>
          <a:r>
            <a:rPr lang="zh-CN" altLang="en-US" dirty="0" smtClean="0"/>
            <a:t>验收用例</a:t>
          </a:r>
          <a:endParaRPr lang="zh-CN" altLang="en-US" dirty="0"/>
        </a:p>
      </dgm:t>
    </dgm:pt>
    <dgm:pt modelId="{384E11A7-FABA-4EC7-9EA3-481392C39849}" type="parTrans" cxnId="{D2834C9B-A050-4277-8287-44E142A36413}">
      <dgm:prSet/>
      <dgm:spPr/>
      <dgm:t>
        <a:bodyPr/>
        <a:lstStyle/>
        <a:p>
          <a:endParaRPr lang="zh-CN" altLang="en-US"/>
        </a:p>
      </dgm:t>
    </dgm:pt>
    <dgm:pt modelId="{F78AB3DC-7FDA-4C20-ADC5-837FB0C152C6}" type="sibTrans" cxnId="{D2834C9B-A050-4277-8287-44E142A36413}">
      <dgm:prSet/>
      <dgm:spPr/>
      <dgm:t>
        <a:bodyPr/>
        <a:lstStyle/>
        <a:p>
          <a:endParaRPr lang="zh-CN" altLang="en-US"/>
        </a:p>
      </dgm:t>
    </dgm:pt>
    <dgm:pt modelId="{6D0F54C0-9178-46E7-8C7E-16C5B0D44770}">
      <dgm:prSet phldrT="[Text]"/>
      <dgm:spPr/>
      <dgm:t>
        <a:bodyPr/>
        <a:lstStyle/>
        <a:p>
          <a:r>
            <a:rPr lang="zh-CN" altLang="en-US" dirty="0" smtClean="0"/>
            <a:t>开发</a:t>
          </a:r>
          <a:endParaRPr lang="zh-CN" altLang="en-US" dirty="0"/>
        </a:p>
      </dgm:t>
    </dgm:pt>
    <dgm:pt modelId="{5E13505C-BCCF-4633-9DF9-29F558A756BD}" type="parTrans" cxnId="{56761B7F-0231-4142-AF7B-B47893E9D8A5}">
      <dgm:prSet/>
      <dgm:spPr/>
      <dgm:t>
        <a:bodyPr/>
        <a:lstStyle/>
        <a:p>
          <a:endParaRPr lang="zh-CN" altLang="en-US"/>
        </a:p>
      </dgm:t>
    </dgm:pt>
    <dgm:pt modelId="{A06F343A-E1E7-4692-8510-E64E000394EE}" type="sibTrans" cxnId="{56761B7F-0231-4142-AF7B-B47893E9D8A5}">
      <dgm:prSet/>
      <dgm:spPr/>
      <dgm:t>
        <a:bodyPr/>
        <a:lstStyle/>
        <a:p>
          <a:endParaRPr lang="zh-CN" altLang="en-US"/>
        </a:p>
      </dgm:t>
    </dgm:pt>
    <dgm:pt modelId="{62B703A6-4744-478D-80EC-4F222D71567B}">
      <dgm:prSet phldrT="[Text]"/>
      <dgm:spPr/>
      <dgm:t>
        <a:bodyPr/>
        <a:lstStyle/>
        <a:p>
          <a:r>
            <a:rPr lang="zh-CN" altLang="en-US" dirty="0" smtClean="0"/>
            <a:t>编码</a:t>
          </a:r>
          <a:endParaRPr lang="zh-CN" altLang="en-US" dirty="0"/>
        </a:p>
      </dgm:t>
    </dgm:pt>
    <dgm:pt modelId="{2D2B10AD-BD39-4D58-A0E9-A68459DF8795}" type="parTrans" cxnId="{648390E3-0AC1-430C-84B2-7895A9C2587E}">
      <dgm:prSet/>
      <dgm:spPr/>
      <dgm:t>
        <a:bodyPr/>
        <a:lstStyle/>
        <a:p>
          <a:endParaRPr lang="zh-CN" altLang="en-US"/>
        </a:p>
      </dgm:t>
    </dgm:pt>
    <dgm:pt modelId="{B9B28251-EFC4-429A-A9C3-BFE88FBE7F3B}" type="sibTrans" cxnId="{648390E3-0AC1-430C-84B2-7895A9C2587E}">
      <dgm:prSet/>
      <dgm:spPr/>
      <dgm:t>
        <a:bodyPr/>
        <a:lstStyle/>
        <a:p>
          <a:endParaRPr lang="zh-CN" altLang="en-US"/>
        </a:p>
      </dgm:t>
    </dgm:pt>
    <dgm:pt modelId="{78DF9952-4BAA-4DE5-8D31-CE68A67F0438}">
      <dgm:prSet phldrT="[Text]"/>
      <dgm:spPr/>
      <dgm:t>
        <a:bodyPr/>
        <a:lstStyle/>
        <a:p>
          <a:r>
            <a:rPr lang="zh-CN" altLang="en-US" dirty="0" smtClean="0"/>
            <a:t>测试用例</a:t>
          </a:r>
          <a:endParaRPr lang="zh-CN" altLang="en-US" dirty="0"/>
        </a:p>
      </dgm:t>
    </dgm:pt>
    <dgm:pt modelId="{1ACC00ED-5887-43DC-A0E7-3C132C372D56}" type="parTrans" cxnId="{3C2FD555-65BF-466C-AFA9-F679BA628999}">
      <dgm:prSet/>
      <dgm:spPr/>
      <dgm:t>
        <a:bodyPr/>
        <a:lstStyle/>
        <a:p>
          <a:endParaRPr lang="zh-CN" altLang="en-US"/>
        </a:p>
      </dgm:t>
    </dgm:pt>
    <dgm:pt modelId="{77536497-7B32-4E00-A6AD-9624CB0AB890}" type="sibTrans" cxnId="{3C2FD555-65BF-466C-AFA9-F679BA628999}">
      <dgm:prSet/>
      <dgm:spPr/>
      <dgm:t>
        <a:bodyPr/>
        <a:lstStyle/>
        <a:p>
          <a:endParaRPr lang="zh-CN" altLang="en-US"/>
        </a:p>
      </dgm:t>
    </dgm:pt>
    <dgm:pt modelId="{C0F8CB63-D1B1-46CF-9B85-661362AE355E}">
      <dgm:prSet phldrT="[Text]"/>
      <dgm:spPr/>
      <dgm:t>
        <a:bodyPr/>
        <a:lstStyle/>
        <a:p>
          <a:r>
            <a:rPr lang="zh-CN" altLang="en-US" dirty="0" smtClean="0"/>
            <a:t>测试</a:t>
          </a:r>
          <a:endParaRPr lang="zh-CN" altLang="en-US" dirty="0"/>
        </a:p>
      </dgm:t>
    </dgm:pt>
    <dgm:pt modelId="{432C18BE-00EE-4D8E-ADF6-1C2F6A950FD6}" type="parTrans" cxnId="{C2CE6890-5476-4584-8A03-15A0AB7D6628}">
      <dgm:prSet/>
      <dgm:spPr/>
      <dgm:t>
        <a:bodyPr/>
        <a:lstStyle/>
        <a:p>
          <a:endParaRPr lang="zh-CN" altLang="en-US"/>
        </a:p>
      </dgm:t>
    </dgm:pt>
    <dgm:pt modelId="{78D28F97-0184-4BE0-8980-E51E22AEB8CE}" type="sibTrans" cxnId="{C2CE6890-5476-4584-8A03-15A0AB7D6628}">
      <dgm:prSet/>
      <dgm:spPr/>
      <dgm:t>
        <a:bodyPr/>
        <a:lstStyle/>
        <a:p>
          <a:endParaRPr lang="zh-CN" altLang="en-US"/>
        </a:p>
      </dgm:t>
    </dgm:pt>
    <dgm:pt modelId="{9675A08B-A766-4568-BE17-9565F4750DF8}">
      <dgm:prSet phldrT="[Text]"/>
      <dgm:spPr/>
      <dgm:t>
        <a:bodyPr/>
        <a:lstStyle/>
        <a:p>
          <a:r>
            <a:rPr lang="zh-CN" altLang="en-US" dirty="0" smtClean="0"/>
            <a:t>手工测试</a:t>
          </a:r>
          <a:endParaRPr lang="zh-CN" altLang="en-US" dirty="0"/>
        </a:p>
      </dgm:t>
    </dgm:pt>
    <dgm:pt modelId="{B1B9B853-13E7-4F07-84BA-21561AD69B7A}" type="parTrans" cxnId="{462FDCAF-7756-44F5-8B34-4E8EB6095095}">
      <dgm:prSet/>
      <dgm:spPr/>
      <dgm:t>
        <a:bodyPr/>
        <a:lstStyle/>
        <a:p>
          <a:endParaRPr lang="zh-CN" altLang="en-US"/>
        </a:p>
      </dgm:t>
    </dgm:pt>
    <dgm:pt modelId="{285B4ECC-DDB6-497B-9662-6836191AAF14}" type="sibTrans" cxnId="{462FDCAF-7756-44F5-8B34-4E8EB6095095}">
      <dgm:prSet/>
      <dgm:spPr/>
      <dgm:t>
        <a:bodyPr/>
        <a:lstStyle/>
        <a:p>
          <a:endParaRPr lang="zh-CN" altLang="en-US"/>
        </a:p>
      </dgm:t>
    </dgm:pt>
    <dgm:pt modelId="{E1AB0EBB-9D6D-4F87-9336-E09F2DBD0FA6}">
      <dgm:prSet phldrT="[Text]"/>
      <dgm:spPr/>
      <dgm:t>
        <a:bodyPr/>
        <a:lstStyle/>
        <a:p>
          <a:r>
            <a:rPr lang="zh-CN" altLang="en-US" dirty="0" smtClean="0"/>
            <a:t>自动化测试用例</a:t>
          </a:r>
          <a:endParaRPr lang="zh-CN" altLang="en-US" dirty="0"/>
        </a:p>
      </dgm:t>
    </dgm:pt>
    <dgm:pt modelId="{999E67DC-E869-4034-947E-4E9D9790E938}" type="parTrans" cxnId="{EE95A6F1-E457-475C-83E0-970DA51C9243}">
      <dgm:prSet/>
      <dgm:spPr/>
      <dgm:t>
        <a:bodyPr/>
        <a:lstStyle/>
        <a:p>
          <a:endParaRPr lang="zh-CN" altLang="en-US"/>
        </a:p>
      </dgm:t>
    </dgm:pt>
    <dgm:pt modelId="{9FBB7A9E-AA0B-4ACE-8C74-23C8F26E2278}" type="sibTrans" cxnId="{EE95A6F1-E457-475C-83E0-970DA51C9243}">
      <dgm:prSet/>
      <dgm:spPr/>
      <dgm:t>
        <a:bodyPr/>
        <a:lstStyle/>
        <a:p>
          <a:endParaRPr lang="zh-CN" altLang="en-US"/>
        </a:p>
      </dgm:t>
    </dgm:pt>
    <dgm:pt modelId="{87C4DB4D-59FA-4D91-B92F-4CEFE15CEBE9}">
      <dgm:prSet phldrT="[Text]"/>
      <dgm:spPr/>
      <dgm:t>
        <a:bodyPr/>
        <a:lstStyle/>
        <a:p>
          <a:r>
            <a:rPr lang="zh-CN" altLang="en-US" smtClean="0"/>
            <a:t>头脑风暴</a:t>
          </a:r>
          <a:endParaRPr lang="zh-CN" altLang="en-US" dirty="0"/>
        </a:p>
      </dgm:t>
    </dgm:pt>
    <dgm:pt modelId="{FC7317FB-13ED-419F-837B-FA99878C56DA}" type="parTrans" cxnId="{2149C336-F204-4ED6-B55D-D9AC33B46E0E}">
      <dgm:prSet/>
      <dgm:spPr/>
      <dgm:t>
        <a:bodyPr/>
        <a:lstStyle/>
        <a:p>
          <a:endParaRPr lang="zh-CN" altLang="en-US"/>
        </a:p>
      </dgm:t>
    </dgm:pt>
    <dgm:pt modelId="{626EFEF3-4A78-4D10-8875-2485E96ABFAF}" type="sibTrans" cxnId="{2149C336-F204-4ED6-B55D-D9AC33B46E0E}">
      <dgm:prSet/>
      <dgm:spPr/>
      <dgm:t>
        <a:bodyPr/>
        <a:lstStyle/>
        <a:p>
          <a:endParaRPr lang="zh-CN" altLang="en-US"/>
        </a:p>
      </dgm:t>
    </dgm:pt>
    <dgm:pt modelId="{9810FFA9-5983-4FBA-91C8-21BE552555D3}" type="pres">
      <dgm:prSet presAssocID="{D443D6BD-9367-45C4-B1C6-EBAB6364AF6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6D9795-ACB2-4BEB-8758-F9A3AB970F8C}" type="pres">
      <dgm:prSet presAssocID="{BE59406B-F370-487B-83EF-8CE1826871E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C03E86-703E-4A5C-865E-63D81B18FFC6}" type="pres">
      <dgm:prSet presAssocID="{8CE08ADF-0DE8-4A6A-BA86-AB8278AA0102}" presName="sibTrans" presStyleCnt="0"/>
      <dgm:spPr/>
    </dgm:pt>
    <dgm:pt modelId="{644F308A-E778-4441-81B9-DB3E314DAD28}" type="pres">
      <dgm:prSet presAssocID="{6D0F54C0-9178-46E7-8C7E-16C5B0D4477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2BF2116-6EB7-4445-B871-847D697F5010}" type="pres">
      <dgm:prSet presAssocID="{A06F343A-E1E7-4692-8510-E64E000394EE}" presName="sibTrans" presStyleCnt="0"/>
      <dgm:spPr/>
    </dgm:pt>
    <dgm:pt modelId="{4EF33D4D-ED32-446A-A5EB-336020DA3B26}" type="pres">
      <dgm:prSet presAssocID="{C0F8CB63-D1B1-46CF-9B85-661362AE355E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2CE6890-5476-4584-8A03-15A0AB7D6628}" srcId="{D443D6BD-9367-45C4-B1C6-EBAB6364AF67}" destId="{C0F8CB63-D1B1-46CF-9B85-661362AE355E}" srcOrd="2" destOrd="0" parTransId="{432C18BE-00EE-4D8E-ADF6-1C2F6A950FD6}" sibTransId="{78D28F97-0184-4BE0-8980-E51E22AEB8CE}"/>
    <dgm:cxn modelId="{80F26412-3EA9-44E1-8BA5-835CF8911CE9}" type="presOf" srcId="{6D0F54C0-9178-46E7-8C7E-16C5B0D44770}" destId="{644F308A-E778-4441-81B9-DB3E314DAD28}" srcOrd="0" destOrd="0" presId="urn:microsoft.com/office/officeart/2005/8/layout/hList6"/>
    <dgm:cxn modelId="{56761B7F-0231-4142-AF7B-B47893E9D8A5}" srcId="{D443D6BD-9367-45C4-B1C6-EBAB6364AF67}" destId="{6D0F54C0-9178-46E7-8C7E-16C5B0D44770}" srcOrd="1" destOrd="0" parTransId="{5E13505C-BCCF-4633-9DF9-29F558A756BD}" sibTransId="{A06F343A-E1E7-4692-8510-E64E000394EE}"/>
    <dgm:cxn modelId="{3C2FD555-65BF-466C-AFA9-F679BA628999}" srcId="{6D0F54C0-9178-46E7-8C7E-16C5B0D44770}" destId="{78DF9952-4BAA-4DE5-8D31-CE68A67F0438}" srcOrd="1" destOrd="0" parTransId="{1ACC00ED-5887-43DC-A0E7-3C132C372D56}" sibTransId="{77536497-7B32-4E00-A6AD-9624CB0AB890}"/>
    <dgm:cxn modelId="{648390E3-0AC1-430C-84B2-7895A9C2587E}" srcId="{6D0F54C0-9178-46E7-8C7E-16C5B0D44770}" destId="{62B703A6-4744-478D-80EC-4F222D71567B}" srcOrd="0" destOrd="0" parTransId="{2D2B10AD-BD39-4D58-A0E9-A68459DF8795}" sibTransId="{B9B28251-EFC4-429A-A9C3-BFE88FBE7F3B}"/>
    <dgm:cxn modelId="{C2C95AD9-D842-452D-A5BD-9BEF6D9C11CB}" type="presOf" srcId="{87C4DB4D-59FA-4D91-B92F-4CEFE15CEBE9}" destId="{DE6D9795-ACB2-4BEB-8758-F9A3AB970F8C}" srcOrd="0" destOrd="3" presId="urn:microsoft.com/office/officeart/2005/8/layout/hList6"/>
    <dgm:cxn modelId="{8D346923-65FC-497C-BA87-40E47450E6CA}" type="presOf" srcId="{E1AB0EBB-9D6D-4F87-9336-E09F2DBD0FA6}" destId="{4EF33D4D-ED32-446A-A5EB-336020DA3B26}" srcOrd="0" destOrd="2" presId="urn:microsoft.com/office/officeart/2005/8/layout/hList6"/>
    <dgm:cxn modelId="{64D50BFD-D9FC-4EA1-BD63-437E08932743}" type="presOf" srcId="{C0EF04A7-B545-4F60-80AA-C1542C0B6D0C}" destId="{DE6D9795-ACB2-4BEB-8758-F9A3AB970F8C}" srcOrd="0" destOrd="1" presId="urn:microsoft.com/office/officeart/2005/8/layout/hList6"/>
    <dgm:cxn modelId="{4EE76550-2589-4EF4-85E4-3041FDE8DA77}" type="presOf" srcId="{78DF9952-4BAA-4DE5-8D31-CE68A67F0438}" destId="{644F308A-E778-4441-81B9-DB3E314DAD28}" srcOrd="0" destOrd="2" presId="urn:microsoft.com/office/officeart/2005/8/layout/hList6"/>
    <dgm:cxn modelId="{D48B962F-29BD-4C74-A8AF-86D4E0D4A264}" type="presOf" srcId="{BE59406B-F370-487B-83EF-8CE1826871E6}" destId="{DE6D9795-ACB2-4BEB-8758-F9A3AB970F8C}" srcOrd="0" destOrd="0" presId="urn:microsoft.com/office/officeart/2005/8/layout/hList6"/>
    <dgm:cxn modelId="{2639AF7C-68FE-4753-B877-CAF35A64B693}" type="presOf" srcId="{D443D6BD-9367-45C4-B1C6-EBAB6364AF67}" destId="{9810FFA9-5983-4FBA-91C8-21BE552555D3}" srcOrd="0" destOrd="0" presId="urn:microsoft.com/office/officeart/2005/8/layout/hList6"/>
    <dgm:cxn modelId="{FDF07312-AD56-4504-B426-3976BA157DBD}" type="presOf" srcId="{62B703A6-4744-478D-80EC-4F222D71567B}" destId="{644F308A-E778-4441-81B9-DB3E314DAD28}" srcOrd="0" destOrd="1" presId="urn:microsoft.com/office/officeart/2005/8/layout/hList6"/>
    <dgm:cxn modelId="{EE95A6F1-E457-475C-83E0-970DA51C9243}" srcId="{C0F8CB63-D1B1-46CF-9B85-661362AE355E}" destId="{E1AB0EBB-9D6D-4F87-9336-E09F2DBD0FA6}" srcOrd="1" destOrd="0" parTransId="{999E67DC-E869-4034-947E-4E9D9790E938}" sibTransId="{9FBB7A9E-AA0B-4ACE-8C74-23C8F26E2278}"/>
    <dgm:cxn modelId="{640B0CA4-D74C-4DA5-B44C-AC423BEED177}" type="presOf" srcId="{9675A08B-A766-4568-BE17-9565F4750DF8}" destId="{4EF33D4D-ED32-446A-A5EB-336020DA3B26}" srcOrd="0" destOrd="1" presId="urn:microsoft.com/office/officeart/2005/8/layout/hList6"/>
    <dgm:cxn modelId="{110ABC77-ED5F-4AE5-AC14-335BA5A62338}" srcId="{BE59406B-F370-487B-83EF-8CE1826871E6}" destId="{C0EF04A7-B545-4F60-80AA-C1542C0B6D0C}" srcOrd="0" destOrd="0" parTransId="{91C8391F-1CFB-4E06-A936-80A9EDA6B6CD}" sibTransId="{B14EC68D-864D-41BE-9329-94C1C4A8BCA3}"/>
    <dgm:cxn modelId="{D2834C9B-A050-4277-8287-44E142A36413}" srcId="{BE59406B-F370-487B-83EF-8CE1826871E6}" destId="{3F9E9F56-8037-4D74-B020-AE34E87C0883}" srcOrd="1" destOrd="0" parTransId="{384E11A7-FABA-4EC7-9EA3-481392C39849}" sibTransId="{F78AB3DC-7FDA-4C20-ADC5-837FB0C152C6}"/>
    <dgm:cxn modelId="{2149C336-F204-4ED6-B55D-D9AC33B46E0E}" srcId="{BE59406B-F370-487B-83EF-8CE1826871E6}" destId="{87C4DB4D-59FA-4D91-B92F-4CEFE15CEBE9}" srcOrd="2" destOrd="0" parTransId="{FC7317FB-13ED-419F-837B-FA99878C56DA}" sibTransId="{626EFEF3-4A78-4D10-8875-2485E96ABFAF}"/>
    <dgm:cxn modelId="{7B5FF2A8-97BF-49C0-8C0B-950BCEADE375}" type="presOf" srcId="{C0F8CB63-D1B1-46CF-9B85-661362AE355E}" destId="{4EF33D4D-ED32-446A-A5EB-336020DA3B26}" srcOrd="0" destOrd="0" presId="urn:microsoft.com/office/officeart/2005/8/layout/hList6"/>
    <dgm:cxn modelId="{276BE35F-91BD-412E-BD10-ADF8A494B867}" srcId="{D443D6BD-9367-45C4-B1C6-EBAB6364AF67}" destId="{BE59406B-F370-487B-83EF-8CE1826871E6}" srcOrd="0" destOrd="0" parTransId="{2B2BBFEB-A1A4-47DA-9E79-D49F24AE06A2}" sibTransId="{8CE08ADF-0DE8-4A6A-BA86-AB8278AA0102}"/>
    <dgm:cxn modelId="{462FDCAF-7756-44F5-8B34-4E8EB6095095}" srcId="{C0F8CB63-D1B1-46CF-9B85-661362AE355E}" destId="{9675A08B-A766-4568-BE17-9565F4750DF8}" srcOrd="0" destOrd="0" parTransId="{B1B9B853-13E7-4F07-84BA-21561AD69B7A}" sibTransId="{285B4ECC-DDB6-497B-9662-6836191AAF14}"/>
    <dgm:cxn modelId="{99F40A43-0A8A-4D37-8929-4D2580EE4535}" type="presOf" srcId="{3F9E9F56-8037-4D74-B020-AE34E87C0883}" destId="{DE6D9795-ACB2-4BEB-8758-F9A3AB970F8C}" srcOrd="0" destOrd="2" presId="urn:microsoft.com/office/officeart/2005/8/layout/hList6"/>
    <dgm:cxn modelId="{C6F8C657-21DC-4F9E-B995-30E86FBE82AD}" type="presParOf" srcId="{9810FFA9-5983-4FBA-91C8-21BE552555D3}" destId="{DE6D9795-ACB2-4BEB-8758-F9A3AB970F8C}" srcOrd="0" destOrd="0" presId="urn:microsoft.com/office/officeart/2005/8/layout/hList6"/>
    <dgm:cxn modelId="{E8AA9DE5-9FC0-4E98-8280-828D5CB2E04E}" type="presParOf" srcId="{9810FFA9-5983-4FBA-91C8-21BE552555D3}" destId="{1AC03E86-703E-4A5C-865E-63D81B18FFC6}" srcOrd="1" destOrd="0" presId="urn:microsoft.com/office/officeart/2005/8/layout/hList6"/>
    <dgm:cxn modelId="{4BF07453-207A-470E-8A87-BCC6A6935C3B}" type="presParOf" srcId="{9810FFA9-5983-4FBA-91C8-21BE552555D3}" destId="{644F308A-E778-4441-81B9-DB3E314DAD28}" srcOrd="2" destOrd="0" presId="urn:microsoft.com/office/officeart/2005/8/layout/hList6"/>
    <dgm:cxn modelId="{05D30AA1-B263-4A7C-9E1B-4D44F64F79D8}" type="presParOf" srcId="{9810FFA9-5983-4FBA-91C8-21BE552555D3}" destId="{B2BF2116-6EB7-4445-B871-847D697F5010}" srcOrd="3" destOrd="0" presId="urn:microsoft.com/office/officeart/2005/8/layout/hList6"/>
    <dgm:cxn modelId="{1E65783D-1A84-4683-A35C-03887E7D0001}" type="presParOf" srcId="{9810FFA9-5983-4FBA-91C8-21BE552555D3}" destId="{4EF33D4D-ED32-446A-A5EB-336020DA3B26}" srcOrd="4" destOrd="0" presId="urn:microsoft.com/office/officeart/2005/8/layout/hList6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43D6BD-9367-45C4-B1C6-EBAB6364AF67}" type="doc">
      <dgm:prSet loTypeId="urn:microsoft.com/office/officeart/2005/8/layout/hList6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E59406B-F370-487B-83EF-8CE1826871E6}">
      <dgm:prSet phldrT="[Text]"/>
      <dgm:spPr/>
      <dgm:t>
        <a:bodyPr/>
        <a:lstStyle/>
        <a:p>
          <a:r>
            <a:rPr lang="zh-CN" altLang="en-US" dirty="0" smtClean="0"/>
            <a:t>提单</a:t>
          </a:r>
          <a:endParaRPr lang="zh-CN" altLang="en-US" dirty="0"/>
        </a:p>
      </dgm:t>
    </dgm:pt>
    <dgm:pt modelId="{2B2BBFEB-A1A4-47DA-9E79-D49F24AE06A2}" type="parTrans" cxnId="{276BE35F-91BD-412E-BD10-ADF8A494B867}">
      <dgm:prSet/>
      <dgm:spPr/>
      <dgm:t>
        <a:bodyPr/>
        <a:lstStyle/>
        <a:p>
          <a:endParaRPr lang="zh-CN" altLang="en-US"/>
        </a:p>
      </dgm:t>
    </dgm:pt>
    <dgm:pt modelId="{8CE08ADF-0DE8-4A6A-BA86-AB8278AA0102}" type="sibTrans" cxnId="{276BE35F-91BD-412E-BD10-ADF8A494B867}">
      <dgm:prSet/>
      <dgm:spPr/>
      <dgm:t>
        <a:bodyPr/>
        <a:lstStyle/>
        <a:p>
          <a:endParaRPr lang="zh-CN" altLang="en-US"/>
        </a:p>
      </dgm:t>
    </dgm:pt>
    <dgm:pt modelId="{C0EF04A7-B545-4F60-80AA-C1542C0B6D0C}">
      <dgm:prSet phldrT="[Text]"/>
      <dgm:spPr/>
      <dgm:t>
        <a:bodyPr/>
        <a:lstStyle/>
        <a:p>
          <a:r>
            <a:rPr lang="zh-CN" altLang="en-US" dirty="0" smtClean="0"/>
            <a:t>问题描述</a:t>
          </a:r>
          <a:endParaRPr lang="zh-CN" altLang="en-US" dirty="0"/>
        </a:p>
      </dgm:t>
    </dgm:pt>
    <dgm:pt modelId="{91C8391F-1CFB-4E06-A936-80A9EDA6B6CD}" type="parTrans" cxnId="{110ABC77-ED5F-4AE5-AC14-335BA5A62338}">
      <dgm:prSet/>
      <dgm:spPr/>
      <dgm:t>
        <a:bodyPr/>
        <a:lstStyle/>
        <a:p>
          <a:endParaRPr lang="zh-CN" altLang="en-US"/>
        </a:p>
      </dgm:t>
    </dgm:pt>
    <dgm:pt modelId="{B14EC68D-864D-41BE-9329-94C1C4A8BCA3}" type="sibTrans" cxnId="{110ABC77-ED5F-4AE5-AC14-335BA5A62338}">
      <dgm:prSet/>
      <dgm:spPr/>
      <dgm:t>
        <a:bodyPr/>
        <a:lstStyle/>
        <a:p>
          <a:endParaRPr lang="zh-CN" altLang="en-US"/>
        </a:p>
      </dgm:t>
    </dgm:pt>
    <dgm:pt modelId="{3F9E9F56-8037-4D74-B020-AE34E87C0883}">
      <dgm:prSet phldrT="[Text]"/>
      <dgm:spPr/>
      <dgm:t>
        <a:bodyPr/>
        <a:lstStyle/>
        <a:p>
          <a:r>
            <a:rPr lang="zh-CN" altLang="en-US" dirty="0" smtClean="0"/>
            <a:t>环境信息</a:t>
          </a:r>
          <a:endParaRPr lang="zh-CN" altLang="en-US" dirty="0"/>
        </a:p>
      </dgm:t>
    </dgm:pt>
    <dgm:pt modelId="{384E11A7-FABA-4EC7-9EA3-481392C39849}" type="parTrans" cxnId="{D2834C9B-A050-4277-8287-44E142A36413}">
      <dgm:prSet/>
      <dgm:spPr/>
      <dgm:t>
        <a:bodyPr/>
        <a:lstStyle/>
        <a:p>
          <a:endParaRPr lang="zh-CN" altLang="en-US"/>
        </a:p>
      </dgm:t>
    </dgm:pt>
    <dgm:pt modelId="{F78AB3DC-7FDA-4C20-ADC5-837FB0C152C6}" type="sibTrans" cxnId="{D2834C9B-A050-4277-8287-44E142A36413}">
      <dgm:prSet/>
      <dgm:spPr/>
      <dgm:t>
        <a:bodyPr/>
        <a:lstStyle/>
        <a:p>
          <a:endParaRPr lang="zh-CN" altLang="en-US"/>
        </a:p>
      </dgm:t>
    </dgm:pt>
    <dgm:pt modelId="{6D0F54C0-9178-46E7-8C7E-16C5B0D44770}">
      <dgm:prSet phldrT="[Text]"/>
      <dgm:spPr/>
      <dgm:t>
        <a:bodyPr/>
        <a:lstStyle/>
        <a:p>
          <a:r>
            <a:rPr lang="zh-CN" altLang="en-US" dirty="0" smtClean="0"/>
            <a:t>修改</a:t>
          </a:r>
          <a:endParaRPr lang="zh-CN" altLang="en-US" dirty="0"/>
        </a:p>
      </dgm:t>
    </dgm:pt>
    <dgm:pt modelId="{5E13505C-BCCF-4633-9DF9-29F558A756BD}" type="parTrans" cxnId="{56761B7F-0231-4142-AF7B-B47893E9D8A5}">
      <dgm:prSet/>
      <dgm:spPr/>
      <dgm:t>
        <a:bodyPr/>
        <a:lstStyle/>
        <a:p>
          <a:endParaRPr lang="zh-CN" altLang="en-US"/>
        </a:p>
      </dgm:t>
    </dgm:pt>
    <dgm:pt modelId="{A06F343A-E1E7-4692-8510-E64E000394EE}" type="sibTrans" cxnId="{56761B7F-0231-4142-AF7B-B47893E9D8A5}">
      <dgm:prSet/>
      <dgm:spPr/>
      <dgm:t>
        <a:bodyPr/>
        <a:lstStyle/>
        <a:p>
          <a:endParaRPr lang="zh-CN" altLang="en-US"/>
        </a:p>
      </dgm:t>
    </dgm:pt>
    <dgm:pt modelId="{62B703A6-4744-478D-80EC-4F222D71567B}">
      <dgm:prSet phldrT="[Text]"/>
      <dgm:spPr/>
      <dgm:t>
        <a:bodyPr/>
        <a:lstStyle/>
        <a:p>
          <a:r>
            <a:rPr lang="zh-CN" altLang="en-US" dirty="0" smtClean="0"/>
            <a:t>原因分析</a:t>
          </a:r>
          <a:endParaRPr lang="zh-CN" altLang="en-US" dirty="0"/>
        </a:p>
      </dgm:t>
    </dgm:pt>
    <dgm:pt modelId="{2D2B10AD-BD39-4D58-A0E9-A68459DF8795}" type="parTrans" cxnId="{648390E3-0AC1-430C-84B2-7895A9C2587E}">
      <dgm:prSet/>
      <dgm:spPr/>
      <dgm:t>
        <a:bodyPr/>
        <a:lstStyle/>
        <a:p>
          <a:endParaRPr lang="zh-CN" altLang="en-US"/>
        </a:p>
      </dgm:t>
    </dgm:pt>
    <dgm:pt modelId="{B9B28251-EFC4-429A-A9C3-BFE88FBE7F3B}" type="sibTrans" cxnId="{648390E3-0AC1-430C-84B2-7895A9C2587E}">
      <dgm:prSet/>
      <dgm:spPr/>
      <dgm:t>
        <a:bodyPr/>
        <a:lstStyle/>
        <a:p>
          <a:endParaRPr lang="zh-CN" altLang="en-US"/>
        </a:p>
      </dgm:t>
    </dgm:pt>
    <dgm:pt modelId="{78DF9952-4BAA-4DE5-8D31-CE68A67F0438}">
      <dgm:prSet phldrT="[Text]"/>
      <dgm:spPr/>
      <dgm:t>
        <a:bodyPr/>
        <a:lstStyle/>
        <a:p>
          <a:r>
            <a:rPr lang="zh-CN" altLang="en-US" dirty="0" smtClean="0"/>
            <a:t>修改描述</a:t>
          </a:r>
          <a:endParaRPr lang="zh-CN" altLang="en-US" dirty="0"/>
        </a:p>
      </dgm:t>
    </dgm:pt>
    <dgm:pt modelId="{1ACC00ED-5887-43DC-A0E7-3C132C372D56}" type="parTrans" cxnId="{3C2FD555-65BF-466C-AFA9-F679BA628999}">
      <dgm:prSet/>
      <dgm:spPr/>
      <dgm:t>
        <a:bodyPr/>
        <a:lstStyle/>
        <a:p>
          <a:endParaRPr lang="zh-CN" altLang="en-US"/>
        </a:p>
      </dgm:t>
    </dgm:pt>
    <dgm:pt modelId="{77536497-7B32-4E00-A6AD-9624CB0AB890}" type="sibTrans" cxnId="{3C2FD555-65BF-466C-AFA9-F679BA628999}">
      <dgm:prSet/>
      <dgm:spPr/>
      <dgm:t>
        <a:bodyPr/>
        <a:lstStyle/>
        <a:p>
          <a:endParaRPr lang="zh-CN" altLang="en-US"/>
        </a:p>
      </dgm:t>
    </dgm:pt>
    <dgm:pt modelId="{C0F8CB63-D1B1-46CF-9B85-661362AE355E}">
      <dgm:prSet phldrT="[Text]"/>
      <dgm:spPr/>
      <dgm:t>
        <a:bodyPr/>
        <a:lstStyle/>
        <a:p>
          <a:r>
            <a:rPr lang="zh-CN" altLang="en-US" dirty="0" smtClean="0"/>
            <a:t>测试</a:t>
          </a:r>
          <a:endParaRPr lang="zh-CN" altLang="en-US" dirty="0"/>
        </a:p>
      </dgm:t>
    </dgm:pt>
    <dgm:pt modelId="{432C18BE-00EE-4D8E-ADF6-1C2F6A950FD6}" type="parTrans" cxnId="{C2CE6890-5476-4584-8A03-15A0AB7D6628}">
      <dgm:prSet/>
      <dgm:spPr/>
      <dgm:t>
        <a:bodyPr/>
        <a:lstStyle/>
        <a:p>
          <a:endParaRPr lang="zh-CN" altLang="en-US"/>
        </a:p>
      </dgm:t>
    </dgm:pt>
    <dgm:pt modelId="{78D28F97-0184-4BE0-8980-E51E22AEB8CE}" type="sibTrans" cxnId="{C2CE6890-5476-4584-8A03-15A0AB7D6628}">
      <dgm:prSet/>
      <dgm:spPr/>
      <dgm:t>
        <a:bodyPr/>
        <a:lstStyle/>
        <a:p>
          <a:endParaRPr lang="zh-CN" altLang="en-US"/>
        </a:p>
      </dgm:t>
    </dgm:pt>
    <dgm:pt modelId="{9675A08B-A766-4568-BE17-9565F4750DF8}">
      <dgm:prSet phldrT="[Text]"/>
      <dgm:spPr/>
      <dgm:t>
        <a:bodyPr/>
        <a:lstStyle/>
        <a:p>
          <a:r>
            <a:rPr lang="zh-CN" altLang="en-US" dirty="0" smtClean="0"/>
            <a:t>验证结果</a:t>
          </a:r>
          <a:endParaRPr lang="zh-CN" altLang="en-US" dirty="0"/>
        </a:p>
      </dgm:t>
    </dgm:pt>
    <dgm:pt modelId="{B1B9B853-13E7-4F07-84BA-21561AD69B7A}" type="parTrans" cxnId="{462FDCAF-7756-44F5-8B34-4E8EB6095095}">
      <dgm:prSet/>
      <dgm:spPr/>
      <dgm:t>
        <a:bodyPr/>
        <a:lstStyle/>
        <a:p>
          <a:endParaRPr lang="zh-CN" altLang="en-US"/>
        </a:p>
      </dgm:t>
    </dgm:pt>
    <dgm:pt modelId="{285B4ECC-DDB6-497B-9662-6836191AAF14}" type="sibTrans" cxnId="{462FDCAF-7756-44F5-8B34-4E8EB6095095}">
      <dgm:prSet/>
      <dgm:spPr/>
      <dgm:t>
        <a:bodyPr/>
        <a:lstStyle/>
        <a:p>
          <a:endParaRPr lang="zh-CN" altLang="en-US"/>
        </a:p>
      </dgm:t>
    </dgm:pt>
    <dgm:pt modelId="{87C4DB4D-59FA-4D91-B92F-4CEFE15CEBE9}">
      <dgm:prSet phldrT="[Text]"/>
      <dgm:spPr/>
      <dgm:t>
        <a:bodyPr/>
        <a:lstStyle/>
        <a:p>
          <a:r>
            <a:rPr lang="zh-CN" altLang="en-US" dirty="0" smtClean="0"/>
            <a:t>测试步骤</a:t>
          </a:r>
          <a:endParaRPr lang="zh-CN" altLang="en-US" dirty="0"/>
        </a:p>
      </dgm:t>
    </dgm:pt>
    <dgm:pt modelId="{FC7317FB-13ED-419F-837B-FA99878C56DA}" type="parTrans" cxnId="{2149C336-F204-4ED6-B55D-D9AC33B46E0E}">
      <dgm:prSet/>
      <dgm:spPr/>
      <dgm:t>
        <a:bodyPr/>
        <a:lstStyle/>
        <a:p>
          <a:endParaRPr lang="zh-CN" altLang="en-US"/>
        </a:p>
      </dgm:t>
    </dgm:pt>
    <dgm:pt modelId="{626EFEF3-4A78-4D10-8875-2485E96ABFAF}" type="sibTrans" cxnId="{2149C336-F204-4ED6-B55D-D9AC33B46E0E}">
      <dgm:prSet/>
      <dgm:spPr/>
      <dgm:t>
        <a:bodyPr/>
        <a:lstStyle/>
        <a:p>
          <a:endParaRPr lang="zh-CN" altLang="en-US"/>
        </a:p>
      </dgm:t>
    </dgm:pt>
    <dgm:pt modelId="{1CD01E74-6A06-4644-BE4E-895F4C7B3728}">
      <dgm:prSet phldrT="[Text]"/>
      <dgm:spPr/>
      <dgm:t>
        <a:bodyPr/>
        <a:lstStyle/>
        <a:p>
          <a:r>
            <a:rPr lang="zh-CN" altLang="en-US" dirty="0" smtClean="0"/>
            <a:t>修改审核</a:t>
          </a:r>
          <a:endParaRPr lang="zh-CN" altLang="en-US" dirty="0"/>
        </a:p>
      </dgm:t>
    </dgm:pt>
    <dgm:pt modelId="{F19644FF-2C58-4730-A050-4C98456D3645}" type="parTrans" cxnId="{4466F1BD-3BAA-4818-BD09-1811EFEFA38A}">
      <dgm:prSet/>
      <dgm:spPr/>
    </dgm:pt>
    <dgm:pt modelId="{A7A495B5-26A7-4A0A-ACB7-0E32C15DB25E}" type="sibTrans" cxnId="{4466F1BD-3BAA-4818-BD09-1811EFEFA38A}">
      <dgm:prSet/>
      <dgm:spPr/>
    </dgm:pt>
    <dgm:pt modelId="{6FD98A53-96D9-4D8F-9092-9DA6E6FE1BE6}">
      <dgm:prSet phldrT="[Text]"/>
      <dgm:spPr/>
      <dgm:t>
        <a:bodyPr/>
        <a:lstStyle/>
        <a:p>
          <a:r>
            <a:rPr lang="zh-CN" altLang="en-US" dirty="0" smtClean="0"/>
            <a:t>自验结果</a:t>
          </a:r>
          <a:endParaRPr lang="zh-CN" altLang="en-US" dirty="0"/>
        </a:p>
      </dgm:t>
    </dgm:pt>
    <dgm:pt modelId="{0030BC56-DB54-4D32-989C-C211BD54C1C0}" type="parTrans" cxnId="{878B656A-3A60-4216-B17C-736A64DCD353}">
      <dgm:prSet/>
      <dgm:spPr/>
    </dgm:pt>
    <dgm:pt modelId="{3F812FFB-5D88-4B6C-96D7-45A605312A7D}" type="sibTrans" cxnId="{878B656A-3A60-4216-B17C-736A64DCD353}">
      <dgm:prSet/>
      <dgm:spPr/>
    </dgm:pt>
    <dgm:pt modelId="{9810FFA9-5983-4FBA-91C8-21BE552555D3}" type="pres">
      <dgm:prSet presAssocID="{D443D6BD-9367-45C4-B1C6-EBAB6364AF6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6D9795-ACB2-4BEB-8758-F9A3AB970F8C}" type="pres">
      <dgm:prSet presAssocID="{BE59406B-F370-487B-83EF-8CE1826871E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C03E86-703E-4A5C-865E-63D81B18FFC6}" type="pres">
      <dgm:prSet presAssocID="{8CE08ADF-0DE8-4A6A-BA86-AB8278AA0102}" presName="sibTrans" presStyleCnt="0"/>
      <dgm:spPr/>
    </dgm:pt>
    <dgm:pt modelId="{644F308A-E778-4441-81B9-DB3E314DAD28}" type="pres">
      <dgm:prSet presAssocID="{6D0F54C0-9178-46E7-8C7E-16C5B0D4477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2BF2116-6EB7-4445-B871-847D697F5010}" type="pres">
      <dgm:prSet presAssocID="{A06F343A-E1E7-4692-8510-E64E000394EE}" presName="sibTrans" presStyleCnt="0"/>
      <dgm:spPr/>
    </dgm:pt>
    <dgm:pt modelId="{4EF33D4D-ED32-446A-A5EB-336020DA3B26}" type="pres">
      <dgm:prSet presAssocID="{C0F8CB63-D1B1-46CF-9B85-661362AE355E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0D6FFD3-C208-4830-9708-6C8DAB913187}" type="presOf" srcId="{BE59406B-F370-487B-83EF-8CE1826871E6}" destId="{DE6D9795-ACB2-4BEB-8758-F9A3AB970F8C}" srcOrd="0" destOrd="0" presId="urn:microsoft.com/office/officeart/2005/8/layout/hList6"/>
    <dgm:cxn modelId="{89C04726-BC3C-4E33-9064-92C3DF08A08D}" type="presOf" srcId="{6FD98A53-96D9-4D8F-9092-9DA6E6FE1BE6}" destId="{644F308A-E778-4441-81B9-DB3E314DAD28}" srcOrd="0" destOrd="3" presId="urn:microsoft.com/office/officeart/2005/8/layout/hList6"/>
    <dgm:cxn modelId="{C2CE6890-5476-4584-8A03-15A0AB7D6628}" srcId="{D443D6BD-9367-45C4-B1C6-EBAB6364AF67}" destId="{C0F8CB63-D1B1-46CF-9B85-661362AE355E}" srcOrd="2" destOrd="0" parTransId="{432C18BE-00EE-4D8E-ADF6-1C2F6A950FD6}" sibTransId="{78D28F97-0184-4BE0-8980-E51E22AEB8CE}"/>
    <dgm:cxn modelId="{56761B7F-0231-4142-AF7B-B47893E9D8A5}" srcId="{D443D6BD-9367-45C4-B1C6-EBAB6364AF67}" destId="{6D0F54C0-9178-46E7-8C7E-16C5B0D44770}" srcOrd="1" destOrd="0" parTransId="{5E13505C-BCCF-4633-9DF9-29F558A756BD}" sibTransId="{A06F343A-E1E7-4692-8510-E64E000394EE}"/>
    <dgm:cxn modelId="{3C2FD555-65BF-466C-AFA9-F679BA628999}" srcId="{6D0F54C0-9178-46E7-8C7E-16C5B0D44770}" destId="{78DF9952-4BAA-4DE5-8D31-CE68A67F0438}" srcOrd="1" destOrd="0" parTransId="{1ACC00ED-5887-43DC-A0E7-3C132C372D56}" sibTransId="{77536497-7B32-4E00-A6AD-9624CB0AB890}"/>
    <dgm:cxn modelId="{A72291C1-26F5-441C-964E-7E936A5920D4}" type="presOf" srcId="{78DF9952-4BAA-4DE5-8D31-CE68A67F0438}" destId="{644F308A-E778-4441-81B9-DB3E314DAD28}" srcOrd="0" destOrd="2" presId="urn:microsoft.com/office/officeart/2005/8/layout/hList6"/>
    <dgm:cxn modelId="{648390E3-0AC1-430C-84B2-7895A9C2587E}" srcId="{6D0F54C0-9178-46E7-8C7E-16C5B0D44770}" destId="{62B703A6-4744-478D-80EC-4F222D71567B}" srcOrd="0" destOrd="0" parTransId="{2D2B10AD-BD39-4D58-A0E9-A68459DF8795}" sibTransId="{B9B28251-EFC4-429A-A9C3-BFE88FBE7F3B}"/>
    <dgm:cxn modelId="{9791F5F3-57D0-4B65-8280-2454FF6823AB}" type="presOf" srcId="{1CD01E74-6A06-4644-BE4E-895F4C7B3728}" destId="{644F308A-E778-4441-81B9-DB3E314DAD28}" srcOrd="0" destOrd="4" presId="urn:microsoft.com/office/officeart/2005/8/layout/hList6"/>
    <dgm:cxn modelId="{64DDD79C-F943-4A00-9F4D-32104C969F1E}" type="presOf" srcId="{87C4DB4D-59FA-4D91-B92F-4CEFE15CEBE9}" destId="{DE6D9795-ACB2-4BEB-8758-F9A3AB970F8C}" srcOrd="0" destOrd="3" presId="urn:microsoft.com/office/officeart/2005/8/layout/hList6"/>
    <dgm:cxn modelId="{C4FB0472-720C-4244-A9FB-E0BAEC2F6D4B}" type="presOf" srcId="{9675A08B-A766-4568-BE17-9565F4750DF8}" destId="{4EF33D4D-ED32-446A-A5EB-336020DA3B26}" srcOrd="0" destOrd="1" presId="urn:microsoft.com/office/officeart/2005/8/layout/hList6"/>
    <dgm:cxn modelId="{DCD65E1E-7EA5-4F57-832B-4E84AFF1F643}" type="presOf" srcId="{D443D6BD-9367-45C4-B1C6-EBAB6364AF67}" destId="{9810FFA9-5983-4FBA-91C8-21BE552555D3}" srcOrd="0" destOrd="0" presId="urn:microsoft.com/office/officeart/2005/8/layout/hList6"/>
    <dgm:cxn modelId="{A38FF539-28C9-4123-8C79-0A820B450BA9}" type="presOf" srcId="{C0EF04A7-B545-4F60-80AA-C1542C0B6D0C}" destId="{DE6D9795-ACB2-4BEB-8758-F9A3AB970F8C}" srcOrd="0" destOrd="1" presId="urn:microsoft.com/office/officeart/2005/8/layout/hList6"/>
    <dgm:cxn modelId="{40A78A42-54B7-4D8B-9389-18864C29A636}" type="presOf" srcId="{C0F8CB63-D1B1-46CF-9B85-661362AE355E}" destId="{4EF33D4D-ED32-446A-A5EB-336020DA3B26}" srcOrd="0" destOrd="0" presId="urn:microsoft.com/office/officeart/2005/8/layout/hList6"/>
    <dgm:cxn modelId="{EFA6E823-43E7-4820-B606-9E9F35FF91EA}" type="presOf" srcId="{6D0F54C0-9178-46E7-8C7E-16C5B0D44770}" destId="{644F308A-E778-4441-81B9-DB3E314DAD28}" srcOrd="0" destOrd="0" presId="urn:microsoft.com/office/officeart/2005/8/layout/hList6"/>
    <dgm:cxn modelId="{00556FD8-83F3-4752-835B-0283E2967E8A}" type="presOf" srcId="{3F9E9F56-8037-4D74-B020-AE34E87C0883}" destId="{DE6D9795-ACB2-4BEB-8758-F9A3AB970F8C}" srcOrd="0" destOrd="2" presId="urn:microsoft.com/office/officeart/2005/8/layout/hList6"/>
    <dgm:cxn modelId="{BAC6B128-EE30-4E88-93B7-548CA3AF1F47}" type="presOf" srcId="{62B703A6-4744-478D-80EC-4F222D71567B}" destId="{644F308A-E778-4441-81B9-DB3E314DAD28}" srcOrd="0" destOrd="1" presId="urn:microsoft.com/office/officeart/2005/8/layout/hList6"/>
    <dgm:cxn modelId="{4466F1BD-3BAA-4818-BD09-1811EFEFA38A}" srcId="{6D0F54C0-9178-46E7-8C7E-16C5B0D44770}" destId="{1CD01E74-6A06-4644-BE4E-895F4C7B3728}" srcOrd="3" destOrd="0" parTransId="{F19644FF-2C58-4730-A050-4C98456D3645}" sibTransId="{A7A495B5-26A7-4A0A-ACB7-0E32C15DB25E}"/>
    <dgm:cxn modelId="{D2834C9B-A050-4277-8287-44E142A36413}" srcId="{BE59406B-F370-487B-83EF-8CE1826871E6}" destId="{3F9E9F56-8037-4D74-B020-AE34E87C0883}" srcOrd="1" destOrd="0" parTransId="{384E11A7-FABA-4EC7-9EA3-481392C39849}" sibTransId="{F78AB3DC-7FDA-4C20-ADC5-837FB0C152C6}"/>
    <dgm:cxn modelId="{110ABC77-ED5F-4AE5-AC14-335BA5A62338}" srcId="{BE59406B-F370-487B-83EF-8CE1826871E6}" destId="{C0EF04A7-B545-4F60-80AA-C1542C0B6D0C}" srcOrd="0" destOrd="0" parTransId="{91C8391F-1CFB-4E06-A936-80A9EDA6B6CD}" sibTransId="{B14EC68D-864D-41BE-9329-94C1C4A8BCA3}"/>
    <dgm:cxn modelId="{2149C336-F204-4ED6-B55D-D9AC33B46E0E}" srcId="{BE59406B-F370-487B-83EF-8CE1826871E6}" destId="{87C4DB4D-59FA-4D91-B92F-4CEFE15CEBE9}" srcOrd="2" destOrd="0" parTransId="{FC7317FB-13ED-419F-837B-FA99878C56DA}" sibTransId="{626EFEF3-4A78-4D10-8875-2485E96ABFAF}"/>
    <dgm:cxn modelId="{276BE35F-91BD-412E-BD10-ADF8A494B867}" srcId="{D443D6BD-9367-45C4-B1C6-EBAB6364AF67}" destId="{BE59406B-F370-487B-83EF-8CE1826871E6}" srcOrd="0" destOrd="0" parTransId="{2B2BBFEB-A1A4-47DA-9E79-D49F24AE06A2}" sibTransId="{8CE08ADF-0DE8-4A6A-BA86-AB8278AA0102}"/>
    <dgm:cxn modelId="{462FDCAF-7756-44F5-8B34-4E8EB6095095}" srcId="{C0F8CB63-D1B1-46CF-9B85-661362AE355E}" destId="{9675A08B-A766-4568-BE17-9565F4750DF8}" srcOrd="0" destOrd="0" parTransId="{B1B9B853-13E7-4F07-84BA-21561AD69B7A}" sibTransId="{285B4ECC-DDB6-497B-9662-6836191AAF14}"/>
    <dgm:cxn modelId="{878B656A-3A60-4216-B17C-736A64DCD353}" srcId="{6D0F54C0-9178-46E7-8C7E-16C5B0D44770}" destId="{6FD98A53-96D9-4D8F-9092-9DA6E6FE1BE6}" srcOrd="2" destOrd="0" parTransId="{0030BC56-DB54-4D32-989C-C211BD54C1C0}" sibTransId="{3F812FFB-5D88-4B6C-96D7-45A605312A7D}"/>
    <dgm:cxn modelId="{9F94E0BE-758A-4453-AE4D-07D38F90FFDF}" type="presParOf" srcId="{9810FFA9-5983-4FBA-91C8-21BE552555D3}" destId="{DE6D9795-ACB2-4BEB-8758-F9A3AB970F8C}" srcOrd="0" destOrd="0" presId="urn:microsoft.com/office/officeart/2005/8/layout/hList6"/>
    <dgm:cxn modelId="{40FCB300-7DEE-4963-AA24-62A609511787}" type="presParOf" srcId="{9810FFA9-5983-4FBA-91C8-21BE552555D3}" destId="{1AC03E86-703E-4A5C-865E-63D81B18FFC6}" srcOrd="1" destOrd="0" presId="urn:microsoft.com/office/officeart/2005/8/layout/hList6"/>
    <dgm:cxn modelId="{4245C616-91EE-4506-B683-81311718A737}" type="presParOf" srcId="{9810FFA9-5983-4FBA-91C8-21BE552555D3}" destId="{644F308A-E778-4441-81B9-DB3E314DAD28}" srcOrd="2" destOrd="0" presId="urn:microsoft.com/office/officeart/2005/8/layout/hList6"/>
    <dgm:cxn modelId="{F20FA084-8893-477B-BE31-92DBA14F3C23}" type="presParOf" srcId="{9810FFA9-5983-4FBA-91C8-21BE552555D3}" destId="{B2BF2116-6EB7-4445-B871-847D697F5010}" srcOrd="3" destOrd="0" presId="urn:microsoft.com/office/officeart/2005/8/layout/hList6"/>
    <dgm:cxn modelId="{EBEBC2C4-3913-4C7F-B822-C8C643A7EBD5}" type="presParOf" srcId="{9810FFA9-5983-4FBA-91C8-21BE552555D3}" destId="{4EF33D4D-ED32-446A-A5EB-336020DA3B26}" srcOrd="4" destOrd="0" presId="urn:microsoft.com/office/officeart/2005/8/layout/h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开发测试流程规范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版本开发流程</a:t>
            </a:r>
            <a:endParaRPr lang="zh-CN" alt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Story</a:t>
            </a:r>
            <a:r>
              <a:rPr lang="zh-CN" altLang="en-US" dirty="0" smtClean="0"/>
              <a:t>开发规范</a:t>
            </a:r>
            <a:endParaRPr lang="zh-CN" alt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问题单修改规范</a:t>
            </a:r>
            <a:endParaRPr lang="zh-CN" alt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150</Words>
  <Application>Microsoft Office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开发测试流程规范</vt:lpstr>
      <vt:lpstr>版本开发流程</vt:lpstr>
      <vt:lpstr>Story开发规范</vt:lpstr>
      <vt:lpstr>问题单修改规范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开发测试流程说明</dc:title>
  <dc:creator>lijianhua</dc:creator>
  <cp:lastModifiedBy>lijianhua</cp:lastModifiedBy>
  <cp:revision>22</cp:revision>
  <dcterms:created xsi:type="dcterms:W3CDTF">2006-08-16T00:00:00Z</dcterms:created>
  <dcterms:modified xsi:type="dcterms:W3CDTF">2015-04-30T09:13:33Z</dcterms:modified>
</cp:coreProperties>
</file>