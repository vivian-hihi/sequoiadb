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316" r:id="rId3"/>
    <p:sldId id="318" r:id="rId4"/>
    <p:sldId id="328" r:id="rId5"/>
    <p:sldId id="329" r:id="rId6"/>
    <p:sldId id="330" r:id="rId7"/>
    <p:sldId id="331" r:id="rId8"/>
    <p:sldId id="332" r:id="rId9"/>
    <p:sldId id="333" r:id="rId10"/>
    <p:sldId id="334" r:id="rId11"/>
    <p:sldId id="335" r:id="rId12"/>
    <p:sldId id="336" r:id="rId13"/>
    <p:sldId id="337" r:id="rId14"/>
    <p:sldId id="339" r:id="rId15"/>
    <p:sldId id="327" r:id="rId16"/>
    <p:sldId id="340" r:id="rId17"/>
    <p:sldId id="341" r:id="rId18"/>
    <p:sldId id="281" r:id="rId19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EBFF"/>
    <a:srgbClr val="7EB4F6"/>
    <a:srgbClr val="89E0FF"/>
    <a:srgbClr val="FBF5A3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298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0A76CE-B591-404B-B39C-86CC1FD600A3}" type="datetimeFigureOut">
              <a:rPr lang="zh-CN" altLang="en-US" smtClean="0"/>
              <a:pPr/>
              <a:t>2014/3/18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95A556-B770-442E-91B6-DBACBAE32CF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6"/>
          <p:cNvSpPr>
            <a:spLocks noGrp="1" noChangeArrowheads="1"/>
          </p:cNvSpPr>
          <p:nvPr>
            <p:ph type="sldNum" sz="quarter"/>
          </p:nvPr>
        </p:nvSpPr>
        <p:spPr>
          <a:noFill/>
          <a:ln w="21600">
            <a:round/>
            <a:headEnd/>
            <a:tailEnd/>
          </a:ln>
        </p:spPr>
        <p:txBody>
          <a:bodyPr/>
          <a:lstStyle/>
          <a:p>
            <a:fld id="{1F235632-6E56-4B76-AD17-1221CF6CDD18}" type="slidenum">
              <a:rPr lang="en-US" altLang="zh-CN" smtClean="0"/>
              <a:pPr/>
              <a:t>18</a:t>
            </a:fld>
            <a:endParaRPr lang="en-US" altLang="zh-CN" smtClean="0"/>
          </a:p>
        </p:txBody>
      </p:sp>
      <p:sp>
        <p:nvSpPr>
          <p:cNvPr id="14233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solidFill>
            <a:srgbClr val="FFFFFF"/>
          </a:solidFill>
          <a:ln/>
        </p:spPr>
      </p:sp>
      <p:sp>
        <p:nvSpPr>
          <p:cNvPr id="14234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208463"/>
          </a:xfrm>
          <a:noFill/>
        </p:spPr>
        <p:txBody>
          <a:bodyPr wrap="none" anchor="ctr"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107132" cy="1214422"/>
          </a:xfrm>
        </p:spPr>
        <p:txBody>
          <a:bodyPr/>
          <a:lstStyle/>
          <a:p>
            <a:r>
              <a:rPr lang="en-US" altLang="zh-CN" dirty="0" smtClean="0">
                <a:latin typeface="HelveticaNeueLT Pro 65 Md"/>
                <a:ea typeface="方正兰亭中黑_GBK"/>
              </a:rPr>
              <a:t>SequoiaDB Business Plan</a:t>
            </a:r>
            <a:endParaRPr lang="zh-CN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4860032" y="4077072"/>
            <a:ext cx="38164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chemeClr val="bg1"/>
                </a:solidFill>
              </a:rPr>
              <a:t>2014</a:t>
            </a:r>
            <a:r>
              <a:rPr lang="zh-CN" altLang="en-US" sz="2400" dirty="0" smtClean="0">
                <a:solidFill>
                  <a:schemeClr val="bg1"/>
                </a:solidFill>
              </a:rPr>
              <a:t>年</a:t>
            </a:r>
            <a:r>
              <a:rPr lang="en-US" altLang="zh-CN" sz="2400" dirty="0" smtClean="0">
                <a:solidFill>
                  <a:schemeClr val="bg1"/>
                </a:solidFill>
              </a:rPr>
              <a:t>2</a:t>
            </a:r>
            <a:r>
              <a:rPr lang="zh-CN" altLang="en-US" sz="2400" dirty="0" smtClean="0">
                <a:solidFill>
                  <a:schemeClr val="bg1"/>
                </a:solidFill>
              </a:rPr>
              <a:t>季度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2014</a:t>
            </a:r>
            <a:r>
              <a:rPr lang="zh-CN" altLang="en-US" dirty="0" smtClean="0"/>
              <a:t>年</a:t>
            </a:r>
            <a:r>
              <a:rPr lang="en-US" altLang="zh-CN" dirty="0" smtClean="0"/>
              <a:t>2</a:t>
            </a:r>
            <a:r>
              <a:rPr lang="zh-CN" altLang="en-US" dirty="0" smtClean="0"/>
              <a:t>季度总体目标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 smtClean="0"/>
              <a:t>总体目标</a:t>
            </a:r>
            <a:endParaRPr lang="en-US" altLang="zh-CN" dirty="0" smtClean="0"/>
          </a:p>
          <a:p>
            <a:pPr lvl="1"/>
            <a:r>
              <a:rPr lang="zh-CN" altLang="en-US" sz="1800" dirty="0" smtClean="0"/>
              <a:t>提升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可维护性</a:t>
            </a:r>
            <a:r>
              <a:rPr lang="zh-CN" altLang="en-US" sz="1800" dirty="0" smtClean="0"/>
              <a:t>，持续优化性能，提升可用性</a:t>
            </a:r>
            <a:endParaRPr lang="en-US" altLang="zh-CN" sz="1800" dirty="0" smtClean="0"/>
          </a:p>
          <a:p>
            <a:pPr lvl="1"/>
            <a:endParaRPr lang="en-US" altLang="zh-CN" sz="1800" dirty="0" smtClean="0"/>
          </a:p>
          <a:p>
            <a:r>
              <a:rPr lang="zh-CN" altLang="en-US" dirty="0" smtClean="0"/>
              <a:t>时间点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05/14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1.7</a:t>
            </a:r>
            <a:r>
              <a:rPr lang="zh-CN" altLang="en-US" sz="1800" dirty="0" smtClean="0"/>
              <a:t>内部版</a:t>
            </a:r>
            <a:endParaRPr lang="en-US" altLang="zh-CN" sz="1800" dirty="0" smtClean="0"/>
          </a:p>
          <a:p>
            <a:pPr lvl="1"/>
            <a:r>
              <a:rPr lang="en-US" altLang="zh-CN" sz="1800" dirty="0" smtClean="0"/>
              <a:t>06/19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1.8</a:t>
            </a:r>
            <a:r>
              <a:rPr lang="zh-CN" altLang="en-US" sz="1800" dirty="0" smtClean="0"/>
              <a:t>内部测试版</a:t>
            </a:r>
            <a:r>
              <a:rPr lang="en-US" altLang="zh-CN" sz="1800" dirty="0" smtClean="0"/>
              <a:t>Beta1</a:t>
            </a:r>
          </a:p>
          <a:p>
            <a:pPr lvl="1"/>
            <a:r>
              <a:rPr lang="en-US" altLang="zh-CN" sz="1800" dirty="0" smtClean="0"/>
              <a:t>06/26</a:t>
            </a:r>
            <a:r>
              <a:rPr lang="zh-CN" altLang="en-US" sz="1800" dirty="0" smtClean="0"/>
              <a:t>：发布</a:t>
            </a:r>
            <a:r>
              <a:rPr lang="en-US" altLang="zh-CN" sz="1800" dirty="0" smtClean="0"/>
              <a:t>1.8</a:t>
            </a:r>
          </a:p>
          <a:p>
            <a:pPr lvl="1"/>
            <a:endParaRPr lang="en-US" altLang="zh-CN" sz="1800" dirty="0" smtClean="0"/>
          </a:p>
          <a:p>
            <a:r>
              <a:rPr lang="zh-CN" altLang="en-US" dirty="0" smtClean="0"/>
              <a:t>平台</a:t>
            </a:r>
            <a:endParaRPr lang="en-US" altLang="zh-CN" dirty="0" smtClean="0"/>
          </a:p>
          <a:p>
            <a:pPr lvl="1"/>
            <a:r>
              <a:rPr lang="en-US" altLang="zh-CN" sz="1800" dirty="0" smtClean="0"/>
              <a:t>X86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Centos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Ubuntu</a:t>
            </a:r>
          </a:p>
          <a:p>
            <a:pPr lvl="1"/>
            <a:r>
              <a:rPr lang="en-US" altLang="zh-CN" sz="1800" dirty="0" smtClean="0"/>
              <a:t>Power</a:t>
            </a:r>
            <a:r>
              <a:rPr lang="zh-CN" altLang="en-US" sz="1800" dirty="0" smtClean="0"/>
              <a:t>：</a:t>
            </a:r>
            <a:r>
              <a:rPr lang="en-US" altLang="zh-CN" sz="1800" dirty="0" smtClean="0"/>
              <a:t>SUSE</a:t>
            </a:r>
            <a:r>
              <a:rPr lang="zh-CN" altLang="en-US" sz="1800" dirty="0" smtClean="0"/>
              <a:t>、</a:t>
            </a:r>
            <a:r>
              <a:rPr lang="en-US" altLang="zh-CN" sz="1800" dirty="0" smtClean="0"/>
              <a:t>Redhat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可维护性（一）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 smtClean="0"/>
              <a:t>诊断日志准确化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诊断日志分文件存储，按时间归档，按个数清除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增加流程跟踪动态日志，只在出错时打印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日志关联：</a:t>
            </a:r>
            <a:r>
              <a:rPr lang="en-US" altLang="zh-CN" dirty="0" smtClean="0"/>
              <a:t>Data/Catalog/</a:t>
            </a:r>
            <a:r>
              <a:rPr lang="en-US" altLang="zh-CN" dirty="0" err="1" smtClean="0"/>
              <a:t>Coord</a:t>
            </a:r>
            <a:r>
              <a:rPr lang="zh-CN" altLang="en-US" dirty="0" smtClean="0"/>
              <a:t>等节点的日志能够通过会话的操作</a:t>
            </a:r>
            <a:r>
              <a:rPr lang="en-US" altLang="zh-CN" dirty="0" smtClean="0"/>
              <a:t>ID</a:t>
            </a:r>
            <a:r>
              <a:rPr lang="zh-CN" altLang="en-US" dirty="0" smtClean="0"/>
              <a:t>进行关联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日志拉取：能够在</a:t>
            </a:r>
            <a:r>
              <a:rPr lang="en-US" altLang="zh-CN" dirty="0" smtClean="0"/>
              <a:t>SDB</a:t>
            </a:r>
            <a:r>
              <a:rPr lang="zh-CN" altLang="en-US" dirty="0" smtClean="0"/>
              <a:t>客户端远程拉取会话最后操作的关联日志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可维护性（二）</a:t>
            </a:r>
            <a:endParaRPr lang="zh-CN" altLang="en-US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监控信息分级精确化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监控信息按会话关联，对外展现为关联信息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现有监控信息比较散乱，不便于扩展和维护；抽象出统一的监控框架，按</a:t>
            </a:r>
            <a:r>
              <a:rPr lang="zh-CN" altLang="en-US" dirty="0" smtClean="0">
                <a:solidFill>
                  <a:srgbClr val="FF0000"/>
                </a:solidFill>
              </a:rPr>
              <a:t>级别</a:t>
            </a:r>
            <a:r>
              <a:rPr lang="zh-CN" altLang="en-US" dirty="0" smtClean="0"/>
              <a:t>精细化</a:t>
            </a:r>
            <a:r>
              <a:rPr lang="en-US" altLang="zh-CN" dirty="0" smtClean="0"/>
              <a:t>Watch</a:t>
            </a:r>
            <a:r>
              <a:rPr lang="zh-CN" altLang="en-US" dirty="0" smtClean="0"/>
              <a:t>点的监控和输出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支持动态开</a:t>
            </a:r>
            <a:r>
              <a:rPr lang="en-US" altLang="zh-CN" dirty="0" smtClean="0"/>
              <a:t>/</a:t>
            </a:r>
            <a:r>
              <a:rPr lang="zh-CN" altLang="en-US" dirty="0" smtClean="0"/>
              <a:t>关</a:t>
            </a:r>
            <a:r>
              <a:rPr lang="en-US" altLang="zh-CN" dirty="0" smtClean="0"/>
              <a:t>Watch</a:t>
            </a:r>
            <a:r>
              <a:rPr lang="zh-CN" altLang="en-US" dirty="0" smtClean="0"/>
              <a:t>点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可维护性（三）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会话操作结果准确化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能够返回操作的具体节点的错误信息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能够返回操作的具体节点的统计信息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—OM</a:t>
            </a:r>
            <a:r>
              <a:rPr lang="zh-CN" altLang="en-US" dirty="0" smtClean="0"/>
              <a:t>（一）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21618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自动化安装部署、扩容和配置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抽象</a:t>
            </a:r>
            <a:r>
              <a:rPr lang="en-US" altLang="zh-CN" dirty="0" smtClean="0"/>
              <a:t>OM</a:t>
            </a:r>
            <a:r>
              <a:rPr lang="zh-CN" altLang="en-US" dirty="0" smtClean="0"/>
              <a:t>管理模块，基于</a:t>
            </a:r>
            <a:r>
              <a:rPr lang="en-US" altLang="zh-CN" dirty="0" smtClean="0"/>
              <a:t>JS</a:t>
            </a:r>
            <a:r>
              <a:rPr lang="zh-CN" altLang="en-US" dirty="0" smtClean="0"/>
              <a:t>脚本执行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存储节点信息，按策略生成分组和配置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存储节点配置信息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支持统一修改配置，按组修改配置，按机器修改配置，按节点修改配置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支持在线扩容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—OM</a:t>
            </a:r>
            <a:r>
              <a:rPr lang="zh-CN" altLang="en-US" dirty="0" smtClean="0"/>
              <a:t>（二）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21618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自定义策略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抽象出</a:t>
            </a:r>
            <a:r>
              <a:rPr lang="en-US" altLang="zh-CN" dirty="0" smtClean="0"/>
              <a:t>OM</a:t>
            </a:r>
            <a:r>
              <a:rPr lang="zh-CN" altLang="en-US" dirty="0" smtClean="0"/>
              <a:t>策略模块，保存和执行策略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Collection [Space], Backup……</a:t>
            </a:r>
            <a:r>
              <a:rPr lang="zh-CN" altLang="en-US" dirty="0" smtClean="0"/>
              <a:t>可设置策略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—OM</a:t>
            </a:r>
            <a:r>
              <a:rPr lang="zh-CN" altLang="en-US" dirty="0" smtClean="0"/>
              <a:t>（三）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21618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事件和告警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定义事件和告警策略，并通过策略模块执行生成事件或告警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存储事件和告警，并提供查询和消除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—OM</a:t>
            </a:r>
            <a:r>
              <a:rPr lang="zh-CN" altLang="en-US" dirty="0" smtClean="0"/>
              <a:t>（四）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21618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统计信息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定义监控、信能策略，并通过策略执行收集统计信息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存储统计信息，并提供查询和计算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b="1" dirty="0" smtClean="0"/>
              <a:t>Web</a:t>
            </a:r>
            <a:r>
              <a:rPr lang="zh-CN" altLang="en-US" b="1" dirty="0" smtClean="0"/>
              <a:t>页面集成</a:t>
            </a:r>
            <a:r>
              <a:rPr lang="en-US" altLang="zh-CN" b="1" dirty="0" smtClean="0"/>
              <a:t>command</a:t>
            </a:r>
            <a:r>
              <a:rPr lang="zh-CN" altLang="en-US" b="1" dirty="0" smtClean="0"/>
              <a:t>和帮助功能</a:t>
            </a:r>
            <a:endParaRPr lang="en-US" altLang="zh-CN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易用性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165634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SDB</a:t>
            </a:r>
            <a:r>
              <a:rPr lang="zh-CN" altLang="en-US" b="1" dirty="0" smtClean="0"/>
              <a:t>易用性优化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SDB Help</a:t>
            </a:r>
            <a:r>
              <a:rPr lang="zh-CN" altLang="en-US" dirty="0" smtClean="0"/>
              <a:t>分级分类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SDB </a:t>
            </a:r>
            <a:r>
              <a:rPr lang="zh-CN" altLang="en-US" dirty="0" smtClean="0"/>
              <a:t>集成</a:t>
            </a:r>
            <a:r>
              <a:rPr lang="en-US" altLang="zh-CN" dirty="0" smtClean="0"/>
              <a:t>man</a:t>
            </a:r>
            <a:r>
              <a:rPr lang="zh-CN" altLang="en-US" dirty="0" smtClean="0"/>
              <a:t>的帮助能力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endParaRPr lang="en-US" altLang="zh-CN" dirty="0" smtClean="0"/>
          </a:p>
          <a:p>
            <a:pPr>
              <a:lnSpc>
                <a:spcPct val="150000"/>
              </a:lnSpc>
            </a:pPr>
            <a:r>
              <a:rPr lang="en-US" altLang="zh-CN" b="1" dirty="0" smtClean="0"/>
              <a:t>SDB</a:t>
            </a:r>
            <a:r>
              <a:rPr lang="zh-CN" altLang="en-US" b="1" dirty="0" smtClean="0"/>
              <a:t>扩展性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SDB</a:t>
            </a:r>
            <a:r>
              <a:rPr lang="zh-CN" altLang="en-US" dirty="0" smtClean="0"/>
              <a:t>对象模块化（以动态库隔离），</a:t>
            </a:r>
            <a:r>
              <a:rPr lang="en-US" altLang="zh-CN" dirty="0" smtClean="0"/>
              <a:t>SDB</a:t>
            </a:r>
            <a:r>
              <a:rPr lang="zh-CN" altLang="en-US" dirty="0" smtClean="0"/>
              <a:t>动态加载对象模块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SDB</a:t>
            </a:r>
            <a:r>
              <a:rPr lang="zh-CN" altLang="en-US" dirty="0" smtClean="0"/>
              <a:t>扩展对象能执行本地</a:t>
            </a:r>
            <a:r>
              <a:rPr lang="en-US" altLang="zh-CN" dirty="0" smtClean="0"/>
              <a:t>shell</a:t>
            </a:r>
            <a:r>
              <a:rPr lang="zh-CN" altLang="en-US" dirty="0" smtClean="0"/>
              <a:t>和远程执行能力，并作为</a:t>
            </a:r>
            <a:r>
              <a:rPr lang="en-US" altLang="zh-CN" dirty="0" smtClean="0"/>
              <a:t>JS</a:t>
            </a:r>
            <a:r>
              <a:rPr lang="zh-CN" altLang="en-US" dirty="0" smtClean="0"/>
              <a:t>脚本统一入口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—LBS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165634"/>
          </a:xfrm>
        </p:spPr>
        <p:txBody>
          <a:bodyPr>
            <a:normAutofit/>
          </a:bodyPr>
          <a:lstStyle/>
          <a:p>
            <a:r>
              <a:rPr lang="en-US" altLang="zh-CN" b="1" dirty="0" smtClean="0"/>
              <a:t>LBS</a:t>
            </a:r>
            <a:r>
              <a:rPr lang="zh-CN" altLang="en-US" b="1" dirty="0" smtClean="0"/>
              <a:t>功能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创建</a:t>
            </a:r>
            <a:r>
              <a:rPr lang="en-US" altLang="zh-CN" dirty="0" smtClean="0"/>
              <a:t>2d/2dsphere</a:t>
            </a:r>
            <a:r>
              <a:rPr lang="zh-CN" altLang="en-US" dirty="0" smtClean="0"/>
              <a:t>索引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区域内搜索（</a:t>
            </a:r>
            <a:r>
              <a:rPr lang="en-US" altLang="zh-CN" dirty="0" smtClean="0"/>
              <a:t>box, center, polygon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zh-CN" altLang="en-US" dirty="0" smtClean="0"/>
              <a:t>查找附近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性能优化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165634"/>
          </a:xfrm>
        </p:spPr>
        <p:txBody>
          <a:bodyPr>
            <a:normAutofit/>
          </a:bodyPr>
          <a:lstStyle/>
          <a:p>
            <a:r>
              <a:rPr lang="zh-CN" altLang="en-US" b="1" dirty="0" smtClean="0"/>
              <a:t>性能优化</a:t>
            </a:r>
            <a:endParaRPr lang="en-US" altLang="zh-CN" b="1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LIKE</a:t>
            </a:r>
            <a:r>
              <a:rPr lang="zh-CN" altLang="en-US" dirty="0" smtClean="0"/>
              <a:t>部分查询匹配索引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Index key</a:t>
            </a:r>
            <a:r>
              <a:rPr lang="zh-CN" altLang="en-US" dirty="0" smtClean="0"/>
              <a:t>重复压缩</a:t>
            </a:r>
            <a:endParaRPr lang="en-US" altLang="zh-CN" dirty="0" smtClean="0"/>
          </a:p>
          <a:p>
            <a:pPr lvl="1">
              <a:lnSpc>
                <a:spcPct val="150000"/>
              </a:lnSpc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Record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</a:rPr>
              <a:t>字段去重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zh-CN" dirty="0" smtClean="0"/>
              <a:t>Rebuild index/db</a:t>
            </a:r>
          </a:p>
          <a:p>
            <a:pPr lvl="1">
              <a:lnSpc>
                <a:spcPct val="150000"/>
              </a:lnSpc>
            </a:pP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其它</a:t>
            </a:r>
            <a:endParaRPr lang="zh-CN" altLang="en-US" dirty="0"/>
          </a:p>
        </p:txBody>
      </p:sp>
      <p:graphicFrame>
        <p:nvGraphicFramePr>
          <p:cNvPr id="7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2179672"/>
          <a:ext cx="82296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936104"/>
                <a:gridCol w="864096"/>
                <a:gridCol w="720080"/>
                <a:gridCol w="1594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属性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优先级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模块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工作量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人天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创建</a:t>
                      </a:r>
                      <a:r>
                        <a:rPr lang="en-US" altLang="zh-CN" sz="1400" dirty="0" smtClean="0"/>
                        <a:t>\</a:t>
                      </a:r>
                      <a:r>
                        <a:rPr lang="zh-CN" altLang="en-US" sz="1400" dirty="0" smtClean="0"/>
                        <a:t>删除域，域中增加、删除组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低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创建</a:t>
                      </a:r>
                      <a:r>
                        <a:rPr lang="en-US" altLang="zh-CN" sz="1400" dirty="0" smtClean="0"/>
                        <a:t>CS</a:t>
                      </a:r>
                      <a:r>
                        <a:rPr lang="zh-CN" altLang="en-US" sz="1400" dirty="0" smtClean="0"/>
                        <a:t>可指定域和组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创建</a:t>
                      </a:r>
                      <a:r>
                        <a:rPr lang="en-US" altLang="zh-CN" sz="1400" dirty="0" smtClean="0"/>
                        <a:t>CL</a:t>
                      </a:r>
                      <a:r>
                        <a:rPr lang="zh-CN" altLang="en-US" sz="1400" dirty="0" smtClean="0"/>
                        <a:t>可指定组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Alter collection</a:t>
                      </a:r>
                      <a:r>
                        <a:rPr lang="zh-CN" altLang="en-US" sz="1400" dirty="0" smtClean="0"/>
                        <a:t>修改</a:t>
                      </a:r>
                      <a:r>
                        <a:rPr lang="en-US" altLang="zh-CN" sz="1400" dirty="0" smtClean="0"/>
                        <a:t>collection</a:t>
                      </a:r>
                      <a:r>
                        <a:rPr lang="zh-CN" altLang="en-US" sz="1400" baseline="0" dirty="0" smtClean="0"/>
                        <a:t>属性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Interrupt user</a:t>
                      </a:r>
                      <a:r>
                        <a:rPr lang="en-US" altLang="zh-CN" sz="1400" baseline="0" dirty="0" smtClean="0"/>
                        <a:t> EDU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Truncate collection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mthMatch</a:t>
                      </a:r>
                      <a:r>
                        <a:rPr lang="zh-CN" altLang="en-US" sz="1400" dirty="0" smtClean="0"/>
                        <a:t>，</a:t>
                      </a:r>
                      <a:r>
                        <a:rPr lang="en-US" altLang="zh-CN" sz="1400" dirty="0" err="1" smtClean="0"/>
                        <a:t>ixm</a:t>
                      </a:r>
                      <a:r>
                        <a:rPr lang="zh-CN" altLang="en-US" sz="1400" dirty="0" smtClean="0"/>
                        <a:t>去</a:t>
                      </a:r>
                      <a:r>
                        <a:rPr lang="en-US" altLang="zh-CN" sz="1400" dirty="0" smtClean="0"/>
                        <a:t>mongo</a:t>
                      </a:r>
                      <a:r>
                        <a:rPr lang="zh-CN" altLang="en-US" sz="1400" dirty="0" smtClean="0"/>
                        <a:t>影子和优化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清除所有节点缓存信息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zh-CN" altLang="en-US" dirty="0" smtClean="0"/>
              <a:t>版本特性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其它</a:t>
            </a:r>
            <a:endParaRPr lang="zh-CN" altLang="en-US" dirty="0"/>
          </a:p>
        </p:txBody>
      </p:sp>
      <p:graphicFrame>
        <p:nvGraphicFramePr>
          <p:cNvPr id="7" name="内容占位符 3"/>
          <p:cNvGraphicFramePr>
            <a:graphicFrameLocks noGrp="1"/>
          </p:cNvGraphicFramePr>
          <p:nvPr>
            <p:ph idx="1"/>
          </p:nvPr>
        </p:nvGraphicFramePr>
        <p:xfrm>
          <a:off x="457200" y="2212072"/>
          <a:ext cx="82296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936104"/>
                <a:gridCol w="864096"/>
                <a:gridCol w="720080"/>
                <a:gridCol w="159452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描述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属性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 smtClean="0"/>
                        <a:t>优先级</a:t>
                      </a:r>
                      <a:endParaRPr lang="zh-CN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 smtClean="0"/>
                        <a:t>模块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600" dirty="0" smtClean="0"/>
                        <a:t>工作量</a:t>
                      </a:r>
                      <a:r>
                        <a:rPr lang="en-US" altLang="zh-CN" sz="1600" dirty="0" smtClean="0"/>
                        <a:t>/</a:t>
                      </a:r>
                      <a:r>
                        <a:rPr lang="zh-CN" altLang="en-US" sz="1600" dirty="0" smtClean="0"/>
                        <a:t>人天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清除所有节点缓存信息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内置</a:t>
                      </a:r>
                      <a:r>
                        <a:rPr lang="en-US" altLang="zh-CN" sz="1400" smtClean="0"/>
                        <a:t>SQL </a:t>
                      </a:r>
                      <a:r>
                        <a:rPr lang="en-US" altLang="zh-CN" sz="1400" smtClean="0"/>
                        <a:t>anti-join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dirty="0" err="1" smtClean="0"/>
                        <a:t>Sharding</a:t>
                      </a:r>
                      <a:r>
                        <a:rPr lang="en-US" altLang="zh-CN" sz="1400" baseline="0" dirty="0" smtClean="0"/>
                        <a:t> key</a:t>
                      </a:r>
                      <a:r>
                        <a:rPr lang="zh-CN" altLang="en-US" sz="1400" baseline="0" dirty="0" smtClean="0"/>
                        <a:t>需要加上</a:t>
                      </a:r>
                      <a:r>
                        <a:rPr lang="en-US" altLang="zh-CN" sz="1400" baseline="0" dirty="0" smtClean="0"/>
                        <a:t>”0”, “1”</a:t>
                      </a:r>
                      <a:r>
                        <a:rPr lang="zh-CN" altLang="en-US" sz="1400" baseline="0" dirty="0" smtClean="0"/>
                        <a:t>的</a:t>
                      </a:r>
                      <a:r>
                        <a:rPr lang="en-US" altLang="zh-CN" sz="1400" baseline="0" dirty="0" smtClean="0"/>
                        <a:t>Field</a:t>
                      </a:r>
                      <a:r>
                        <a:rPr lang="zh-CN" altLang="en-US" sz="1400" baseline="0" dirty="0" smtClean="0"/>
                        <a:t>以方便显示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定时刷</a:t>
                      </a:r>
                      <a:r>
                        <a:rPr lang="en-US" altLang="zh-CN" sz="1400" dirty="0" err="1" smtClean="0"/>
                        <a:t>mmap</a:t>
                      </a:r>
                      <a:r>
                        <a:rPr lang="zh-CN" altLang="en-US" sz="1400" dirty="0" smtClean="0"/>
                        <a:t>保持性能平稳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加载文件由于元数据损坏的文件如何</a:t>
                      </a:r>
                      <a:r>
                        <a:rPr lang="en-US" altLang="zh-CN" sz="1400" dirty="0" smtClean="0"/>
                        <a:t>rebuild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人力汇总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总人力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时间：天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人天：人天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制度（一）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21618"/>
          </a:xfrm>
        </p:spPr>
        <p:txBody>
          <a:bodyPr/>
          <a:lstStyle/>
          <a:p>
            <a:r>
              <a:rPr lang="zh-CN" altLang="en-US" dirty="0" smtClean="0"/>
              <a:t>例会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每周一上午</a:t>
            </a:r>
            <a:r>
              <a:rPr lang="en-US" altLang="zh-CN" dirty="0" smtClean="0"/>
              <a:t>10</a:t>
            </a:r>
            <a:r>
              <a:rPr lang="zh-CN" altLang="en-US" dirty="0" smtClean="0"/>
              <a:t>点</a:t>
            </a:r>
            <a:r>
              <a:rPr lang="en-US" altLang="zh-CN" dirty="0" smtClean="0"/>
              <a:t>-11</a:t>
            </a:r>
            <a:r>
              <a:rPr lang="zh-CN" altLang="en-US" dirty="0" smtClean="0"/>
              <a:t>点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交流进度、分配任务、讨论问题、分享经验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轮流主持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设计方案讨论会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由各特性负责人发起的设计讨论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特性实施前必须发起讨论，模板按</a:t>
            </a:r>
            <a:r>
              <a:rPr lang="en-US" altLang="zh-CN" dirty="0" smtClean="0"/>
              <a:t>Story</a:t>
            </a:r>
            <a:r>
              <a:rPr lang="zh-CN" altLang="en-US" dirty="0" smtClean="0"/>
              <a:t>或</a:t>
            </a:r>
            <a:r>
              <a:rPr lang="en-US" altLang="zh-CN" dirty="0" smtClean="0"/>
              <a:t>LI</a:t>
            </a:r>
            <a:r>
              <a:rPr lang="zh-CN" altLang="en-US" dirty="0" smtClean="0"/>
              <a:t>模板</a:t>
            </a:r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制度（二）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165634"/>
          </a:xfrm>
        </p:spPr>
        <p:txBody>
          <a:bodyPr/>
          <a:lstStyle/>
          <a:p>
            <a:r>
              <a:rPr lang="zh-CN" altLang="en-US" dirty="0" smtClean="0"/>
              <a:t>技术交流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原则上每月举行一次技术交流会，交流主题由各位发起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检视</a:t>
            </a:r>
            <a:endParaRPr lang="en-US" altLang="zh-CN" dirty="0" smtClean="0"/>
          </a:p>
          <a:p>
            <a:pPr lvl="1"/>
            <a:r>
              <a:rPr lang="zh-CN" altLang="en-US" dirty="0" smtClean="0"/>
              <a:t>特性开发完成后需要交叉检视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问题跟踪</a:t>
            </a:r>
            <a:endParaRPr lang="en-US" altLang="zh-CN" dirty="0" smtClean="0"/>
          </a:p>
          <a:p>
            <a:pPr lvl="1"/>
            <a:r>
              <a:rPr lang="en-US" altLang="zh-CN" dirty="0" err="1" smtClean="0"/>
              <a:t>Jira</a:t>
            </a:r>
            <a:r>
              <a:rPr lang="zh-CN" altLang="en-US" dirty="0" smtClean="0"/>
              <a:t>单</a:t>
            </a:r>
            <a:endParaRPr lang="en-US" altLang="zh-CN" dirty="0" smtClean="0"/>
          </a:p>
          <a:p>
            <a:pPr lvl="1"/>
            <a:endParaRPr lang="en-US" altLang="zh-C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Text Box 1"/>
          <p:cNvSpPr txBox="1">
            <a:spLocks noChangeArrowheads="1"/>
          </p:cNvSpPr>
          <p:nvPr/>
        </p:nvSpPr>
        <p:spPr bwMode="auto">
          <a:xfrm>
            <a:off x="533400" y="762000"/>
            <a:ext cx="8229600" cy="8842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anchor="ctr"/>
          <a:lstStyle/>
          <a:p>
            <a: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altLang="en-US" sz="4000" b="1" dirty="0" smtClean="0">
                <a:solidFill>
                  <a:srgbClr val="990000"/>
                </a:solidFill>
              </a:rPr>
              <a:t>谢谢</a:t>
            </a:r>
            <a:endParaRPr lang="en-US" sz="4000" b="1" dirty="0">
              <a:solidFill>
                <a:srgbClr val="990000"/>
              </a:solidFill>
            </a:endParaRPr>
          </a:p>
        </p:txBody>
      </p:sp>
      <p:pic>
        <p:nvPicPr>
          <p:cNvPr id="130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66837" y="1807680"/>
            <a:ext cx="6329363" cy="42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 advTm="1810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[SequoiaDB]PPT Template-中英文版1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[SequoiaDB]PPT Template-中英文版1</Template>
  <TotalTime>5236</TotalTime>
  <Words>675</Words>
  <Application>Microsoft Office PowerPoint</Application>
  <PresentationFormat>全屏显示(4:3)</PresentationFormat>
  <Paragraphs>124</Paragraphs>
  <Slides>18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19" baseType="lpstr">
      <vt:lpstr>[SequoiaDB]PPT Template-中英文版1</vt:lpstr>
      <vt:lpstr>SequoiaDB Business Plan</vt:lpstr>
      <vt:lpstr>2014年2季度总体目标</vt:lpstr>
      <vt:lpstr>版本特性—可维护性（一）</vt:lpstr>
      <vt:lpstr>版本特性—可维护性（二）</vt:lpstr>
      <vt:lpstr>版本特性—可维护性（三）</vt:lpstr>
      <vt:lpstr>版本特性—OM（一）</vt:lpstr>
      <vt:lpstr>版本特性—OM（二）</vt:lpstr>
      <vt:lpstr>版本特性—OM（三）</vt:lpstr>
      <vt:lpstr>版本特性—OM（四）</vt:lpstr>
      <vt:lpstr>版本特性—易用性</vt:lpstr>
      <vt:lpstr>版本特性—LBS</vt:lpstr>
      <vt:lpstr>版本特性—性能优化</vt:lpstr>
      <vt:lpstr>版本特性—其它</vt:lpstr>
      <vt:lpstr>版本特性—其它</vt:lpstr>
      <vt:lpstr>人力汇总</vt:lpstr>
      <vt:lpstr>制度（一）</vt:lpstr>
      <vt:lpstr>制度（二）</vt:lpstr>
      <vt:lpstr>幻灯片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taoewang</dc:creator>
  <cp:lastModifiedBy>User</cp:lastModifiedBy>
  <cp:revision>218</cp:revision>
  <dcterms:created xsi:type="dcterms:W3CDTF">2013-10-30T01:59:32Z</dcterms:created>
  <dcterms:modified xsi:type="dcterms:W3CDTF">2014-03-18T02:52:50Z</dcterms:modified>
</cp:coreProperties>
</file>