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316" r:id="rId3"/>
    <p:sldId id="342" r:id="rId4"/>
    <p:sldId id="318" r:id="rId5"/>
    <p:sldId id="328" r:id="rId6"/>
    <p:sldId id="327" r:id="rId7"/>
    <p:sldId id="340" r:id="rId8"/>
    <p:sldId id="341" r:id="rId9"/>
    <p:sldId id="281" r:id="rId10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EBFF"/>
    <a:srgbClr val="7EB4F6"/>
    <a:srgbClr val="89E0FF"/>
    <a:srgbClr val="FBF5A3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85581" autoAdjust="0"/>
  </p:normalViewPr>
  <p:slideViewPr>
    <p:cSldViewPr>
      <p:cViewPr varScale="1">
        <p:scale>
          <a:sx n="88" d="100"/>
          <a:sy n="88" d="100"/>
        </p:scale>
        <p:origin x="-147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A76CE-B591-404B-B39C-86CC1FD600A3}" type="datetimeFigureOut">
              <a:rPr lang="zh-CN" altLang="en-US" smtClean="0"/>
              <a:pPr/>
              <a:t>2015/3/25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A556-B770-442E-91B6-DBACBAE32CFF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95A556-B770-442E-91B6-DBACBAE32CFF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龙阳：</a:t>
            </a:r>
            <a:r>
              <a:rPr lang="zh-CN" altLang="en-US" baseline="0" dirty="0" smtClean="0"/>
              <a:t> 负责培训需求收集和任务跟踪</a:t>
            </a:r>
            <a:endParaRPr lang="en-US" altLang="zh-CN" baseline="0" smtClean="0"/>
          </a:p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95A556-B770-442E-91B6-DBACBAE32CFF}" type="slidenum">
              <a:rPr lang="zh-CN" altLang="en-US" smtClean="0"/>
              <a:pPr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  <a:ln w="21600">
            <a:round/>
            <a:headEnd/>
            <a:tailEnd/>
          </a:ln>
        </p:spPr>
        <p:txBody>
          <a:bodyPr/>
          <a:lstStyle/>
          <a:p>
            <a:fld id="{1F235632-6E56-4B76-AD17-1221CF6CDD18}" type="slidenum">
              <a:rPr lang="en-US" altLang="zh-CN" smtClean="0"/>
              <a:pPr/>
              <a:t>9</a:t>
            </a:fld>
            <a:endParaRPr lang="en-US" altLang="zh-CN" smtClean="0"/>
          </a:p>
        </p:txBody>
      </p:sp>
      <p:sp>
        <p:nvSpPr>
          <p:cNvPr id="14233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14234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208463"/>
          </a:xfrm>
          <a:noFill/>
        </p:spPr>
        <p:txBody>
          <a:bodyPr wrap="none" anchor="ctr"/>
          <a:lstStyle/>
          <a:p>
            <a:endParaRPr lang="en-US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107132" cy="1214422"/>
          </a:xfrm>
        </p:spPr>
        <p:txBody>
          <a:bodyPr/>
          <a:lstStyle/>
          <a:p>
            <a:r>
              <a:rPr lang="en-US" altLang="zh-CN" dirty="0" smtClean="0">
                <a:latin typeface="HelveticaNeueLT Pro 65 Md"/>
                <a:ea typeface="方正兰亭中黑_GBK"/>
              </a:rPr>
              <a:t>SequoiaDB Business Plan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860032" y="4077072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2015</a:t>
            </a:r>
            <a:r>
              <a:rPr lang="zh-CN" altLang="en-US" sz="2400" dirty="0" smtClean="0">
                <a:solidFill>
                  <a:schemeClr val="bg1"/>
                </a:solidFill>
              </a:rPr>
              <a:t>年</a:t>
            </a:r>
            <a:r>
              <a:rPr lang="en-US" altLang="zh-CN" sz="2400" dirty="0" smtClean="0">
                <a:solidFill>
                  <a:schemeClr val="bg1"/>
                </a:solidFill>
              </a:rPr>
              <a:t>2</a:t>
            </a:r>
            <a:r>
              <a:rPr lang="zh-CN" altLang="en-US" sz="2400" dirty="0" smtClean="0">
                <a:solidFill>
                  <a:schemeClr val="bg1"/>
                </a:solidFill>
              </a:rPr>
              <a:t>季</a:t>
            </a:r>
            <a:r>
              <a:rPr lang="zh-CN" altLang="en-US" sz="2400" dirty="0" smtClean="0">
                <a:solidFill>
                  <a:schemeClr val="bg1"/>
                </a:solidFill>
              </a:rPr>
              <a:t>度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2015</a:t>
            </a:r>
            <a:r>
              <a:rPr lang="zh-CN" altLang="en-US" dirty="0" smtClean="0"/>
              <a:t>年</a:t>
            </a:r>
            <a:r>
              <a:rPr lang="en-US" altLang="zh-CN" dirty="0" smtClean="0"/>
              <a:t>2</a:t>
            </a:r>
            <a:r>
              <a:rPr lang="zh-CN" altLang="en-US" dirty="0" smtClean="0"/>
              <a:t>季</a:t>
            </a:r>
            <a:r>
              <a:rPr lang="zh-CN" altLang="en-US" dirty="0" smtClean="0"/>
              <a:t>度总体目标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总体目标</a:t>
            </a:r>
            <a:endParaRPr lang="en-US" altLang="zh-CN" dirty="0" smtClean="0"/>
          </a:p>
          <a:p>
            <a:pPr lvl="1"/>
            <a:r>
              <a:rPr lang="zh-CN" altLang="en-US" sz="1800" dirty="0" smtClean="0"/>
              <a:t>以</a:t>
            </a:r>
            <a:r>
              <a:rPr lang="zh-CN" altLang="en-US" sz="1800" dirty="0" smtClean="0"/>
              <a:t>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数据可靠性</a:t>
            </a:r>
            <a:r>
              <a:rPr lang="zh-CN" altLang="en-US" sz="1800" dirty="0" smtClean="0"/>
              <a:t>”</a:t>
            </a:r>
            <a:r>
              <a:rPr lang="zh-CN" altLang="en-US" sz="1800" dirty="0" smtClean="0"/>
              <a:t>和“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易用性</a:t>
            </a:r>
            <a:r>
              <a:rPr lang="zh-CN" altLang="en-US" sz="1800" dirty="0" smtClean="0"/>
              <a:t>”为中心，持续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优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化性能</a:t>
            </a:r>
            <a:r>
              <a:rPr lang="zh-CN" altLang="en-US" sz="1800" dirty="0" smtClean="0"/>
              <a:t>和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完善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功能</a:t>
            </a:r>
            <a:endParaRPr lang="en-US" altLang="zh-CN" sz="1800" b="1" dirty="0" smtClean="0">
              <a:solidFill>
                <a:srgbClr val="FF0000"/>
              </a:solidFill>
            </a:endParaRPr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时间点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05/12</a:t>
            </a:r>
            <a:r>
              <a:rPr lang="zh-CN" altLang="en-US" sz="1800" dirty="0" smtClean="0"/>
              <a:t>：</a:t>
            </a:r>
            <a:r>
              <a:rPr lang="zh-CN" altLang="en-US" sz="1800" dirty="0" smtClean="0"/>
              <a:t>发</a:t>
            </a:r>
            <a:r>
              <a:rPr lang="zh-CN" altLang="en-US" sz="1800" dirty="0" smtClean="0"/>
              <a:t>布</a:t>
            </a:r>
            <a:r>
              <a:rPr lang="en-US" altLang="zh-CN" sz="1800" dirty="0" smtClean="0"/>
              <a:t>1.12</a:t>
            </a:r>
            <a:r>
              <a:rPr lang="zh-CN" altLang="en-US" sz="1800" dirty="0" smtClean="0"/>
              <a:t>增强版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30</a:t>
            </a:r>
            <a:r>
              <a:rPr lang="zh-CN" altLang="en-US" sz="1800" dirty="0" smtClean="0"/>
              <a:t>工</a:t>
            </a:r>
            <a:r>
              <a:rPr lang="zh-CN" altLang="en-US" sz="1800" dirty="0" smtClean="0"/>
              <a:t>作日）</a:t>
            </a:r>
            <a:endParaRPr lang="en-US" altLang="zh-CN" sz="1800" dirty="0" smtClean="0"/>
          </a:p>
          <a:p>
            <a:pPr lvl="1"/>
            <a:r>
              <a:rPr lang="en-US" altLang="zh-CN" sz="1800" dirty="0" smtClean="0"/>
              <a:t>07/16</a:t>
            </a:r>
            <a:r>
              <a:rPr lang="zh-CN" altLang="en-US" sz="1800" dirty="0" smtClean="0"/>
              <a:t>：</a:t>
            </a:r>
            <a:r>
              <a:rPr lang="zh-CN" altLang="en-US" sz="1800" dirty="0" smtClean="0"/>
              <a:t>发布</a:t>
            </a:r>
            <a:r>
              <a:rPr lang="en-US" altLang="zh-CN" sz="1800" dirty="0" smtClean="0"/>
              <a:t>1.14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46</a:t>
            </a:r>
            <a:r>
              <a:rPr lang="zh-CN" altLang="en-US" sz="1800" dirty="0" smtClean="0"/>
              <a:t>工作日）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平台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X86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Centos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Ubuntu</a:t>
            </a:r>
          </a:p>
          <a:p>
            <a:pPr lvl="1"/>
            <a:r>
              <a:rPr lang="en-US" altLang="zh-CN" sz="1800" dirty="0" smtClean="0"/>
              <a:t>Power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版本要求和约束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兼容</a:t>
            </a:r>
            <a:r>
              <a:rPr lang="en-US" altLang="zh-CN" dirty="0" smtClean="0"/>
              <a:t>1.12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外部消息接口兼容</a:t>
            </a:r>
            <a:r>
              <a:rPr lang="en-US" altLang="zh-CN" dirty="0" smtClean="0"/>
              <a:t>1.12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存储文件结构兼容</a:t>
            </a:r>
            <a:r>
              <a:rPr lang="en-US" altLang="zh-CN" dirty="0" smtClean="0"/>
              <a:t>1.12</a:t>
            </a:r>
            <a:r>
              <a:rPr lang="zh-CN" altLang="en-US" dirty="0" smtClean="0"/>
              <a:t>版</a:t>
            </a:r>
            <a:r>
              <a:rPr lang="zh-CN" altLang="en-US" dirty="0" smtClean="0"/>
              <a:t>本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</a:t>
            </a:r>
            <a:r>
              <a:rPr lang="zh-CN" altLang="en-US" dirty="0" smtClean="0"/>
              <a:t>本主要特性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2" y="1785926"/>
          <a:ext cx="8001056" cy="4238742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57143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239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1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集成</a:t>
                      </a:r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Spark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的安装部署和卸载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90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第二代存储引擎开发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140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3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文档中心构建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DOC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120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4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SequoiaDB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业务操作管理（</a:t>
                      </a:r>
                      <a:r>
                        <a:rPr lang="en-US" sz="1600" b="0" i="0" u="none" strike="noStrike" dirty="0" err="1" smtClean="0">
                          <a:solidFill>
                            <a:srgbClr val="000000"/>
                          </a:solidFill>
                          <a:latin typeface="宋体"/>
                        </a:rPr>
                        <a:t>CollectionSpace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, Collection, Group, Domain, Record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等）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100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</a:t>
            </a:r>
            <a:r>
              <a:rPr lang="zh-CN" altLang="en-US" dirty="0" smtClean="0"/>
              <a:t>本主要特性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472" y="1785926"/>
          <a:ext cx="8001056" cy="4238742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57143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239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提供“主机鉴控管理”（主机状态，内存，</a:t>
                      </a:r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CPU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利用率，磁盘等）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25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6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对于各种操作能够返回详细的错误信息和统计信息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22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7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数据中心灾备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RTN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Catalog</a:t>
                      </a:r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元数据操作在并发时保证一致性要求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2015Q2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可靠性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RTN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600" b="0" i="0" u="none" strike="noStrike" dirty="0" smtClean="0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人力汇总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286280"/>
          </a:xfrm>
        </p:spPr>
        <p:txBody>
          <a:bodyPr>
            <a:normAutofit/>
          </a:bodyPr>
          <a:lstStyle/>
          <a:p>
            <a:r>
              <a:rPr lang="zh-CN" altLang="en-US" dirty="0" smtClean="0"/>
              <a:t>总人力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时间</a:t>
            </a:r>
            <a:r>
              <a:rPr lang="zh-CN" altLang="en-US" dirty="0" smtClean="0"/>
              <a:t>：</a:t>
            </a:r>
            <a:r>
              <a:rPr lang="en-US" altLang="zh-CN" dirty="0" smtClean="0"/>
              <a:t>76</a:t>
            </a:r>
            <a:r>
              <a:rPr lang="zh-CN" altLang="en-US" dirty="0" smtClean="0"/>
              <a:t>天</a:t>
            </a:r>
            <a:r>
              <a:rPr lang="zh-CN" altLang="en-US" dirty="0" smtClean="0"/>
              <a:t>（工作日）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开发</a:t>
            </a:r>
            <a:r>
              <a:rPr lang="zh-CN" altLang="en-US" dirty="0" smtClean="0"/>
              <a:t>：</a:t>
            </a:r>
            <a:r>
              <a:rPr lang="en-US" altLang="zh-CN" dirty="0" smtClean="0"/>
              <a:t>7*76=532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</a:t>
            </a:r>
            <a:r>
              <a:rPr lang="zh-CN" altLang="en-US" dirty="0" smtClean="0"/>
              <a:t>：</a:t>
            </a:r>
            <a:r>
              <a:rPr lang="en-US" altLang="zh-CN" dirty="0" smtClean="0"/>
              <a:t>5*76=380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天（兼顾性能和</a:t>
            </a:r>
            <a:r>
              <a:rPr lang="en-US" altLang="zh-CN" dirty="0" smtClean="0"/>
              <a:t>CI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开发任务人力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615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r>
              <a:rPr lang="zh-CN" altLang="en-US" dirty="0" smtClean="0"/>
              <a:t>其它任务人力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问题处理</a:t>
            </a:r>
            <a:r>
              <a:rPr lang="zh-CN" altLang="en-US" dirty="0" smtClean="0"/>
              <a:t>：</a:t>
            </a:r>
            <a:r>
              <a:rPr lang="en-US" altLang="zh-CN" dirty="0" smtClean="0"/>
              <a:t>40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其它优化</a:t>
            </a:r>
            <a:r>
              <a:rPr lang="zh-CN" altLang="en-US" dirty="0" smtClean="0"/>
              <a:t>：</a:t>
            </a:r>
            <a:r>
              <a:rPr lang="en-US" altLang="zh-CN" dirty="0" smtClean="0"/>
              <a:t>50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培训交流：</a:t>
            </a:r>
            <a:r>
              <a:rPr lang="en-US" altLang="zh-CN" b="1" dirty="0" smtClean="0">
                <a:solidFill>
                  <a:srgbClr val="FF0000"/>
                </a:solidFill>
              </a:rPr>
              <a:t>15</a:t>
            </a:r>
            <a:r>
              <a:rPr lang="zh-CN" altLang="en-US" dirty="0" smtClean="0"/>
              <a:t>人天（不足）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其它事项：</a:t>
            </a:r>
            <a:r>
              <a:rPr lang="en-US" altLang="zh-CN" dirty="0" smtClean="0"/>
              <a:t>10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制度（一）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>
            <a:normAutofit fontScale="85000" lnSpcReduction="20000"/>
          </a:bodyPr>
          <a:lstStyle/>
          <a:p>
            <a:r>
              <a:rPr lang="zh-CN" altLang="en-US" dirty="0" smtClean="0"/>
              <a:t>例会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每周一上午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</a:t>
            </a:r>
            <a:r>
              <a:rPr lang="en-US" altLang="zh-CN" dirty="0" smtClean="0"/>
              <a:t>-11</a:t>
            </a:r>
            <a:r>
              <a:rPr lang="zh-CN" altLang="en-US" dirty="0" smtClean="0"/>
              <a:t>点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交流进度、分配任务、讨论问题、分享经验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轮流主持</a:t>
            </a:r>
            <a:endParaRPr lang="en-US" altLang="zh-CN" dirty="0" smtClean="0"/>
          </a:p>
          <a:p>
            <a:pPr lvl="2"/>
            <a:r>
              <a:rPr lang="zh-CN" altLang="en-US" b="1" dirty="0" smtClean="0">
                <a:solidFill>
                  <a:srgbClr val="000099"/>
                </a:solidFill>
              </a:rPr>
              <a:t>开发任务要细化到周，要及时反馈风险；出现问题和开展重构要及时沟通，确保进</a:t>
            </a:r>
            <a:r>
              <a:rPr lang="zh-CN" altLang="en-US" b="1" dirty="0" smtClean="0">
                <a:solidFill>
                  <a:srgbClr val="000099"/>
                </a:solidFill>
              </a:rPr>
              <a:t>度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2"/>
            <a:endParaRPr lang="en-US" altLang="zh-CN" dirty="0" smtClean="0"/>
          </a:p>
          <a:p>
            <a:r>
              <a:rPr lang="zh-CN" altLang="en-US" dirty="0" smtClean="0"/>
              <a:t>站立会议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每天（除例外当天外）下午</a:t>
            </a:r>
            <a:r>
              <a:rPr lang="en-US" altLang="zh-CN" dirty="0" smtClean="0"/>
              <a:t>5:45-6:00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快速回顾今天的任务，并计划明天的工作内容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遵守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由各特性负责人发起的设计讨论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特性实施前必须发起讨论，模板按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或</a:t>
            </a:r>
            <a:r>
              <a:rPr lang="en-US" altLang="zh-CN" dirty="0" smtClean="0"/>
              <a:t>LI</a:t>
            </a:r>
            <a:r>
              <a:rPr lang="zh-CN" altLang="en-US" dirty="0" smtClean="0"/>
              <a:t>模板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测试必须发起测试设计讨论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制度（二）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165634"/>
          </a:xfrm>
        </p:spPr>
        <p:txBody>
          <a:bodyPr>
            <a:normAutofit fontScale="85000" lnSpcReduction="20000"/>
          </a:bodyPr>
          <a:lstStyle/>
          <a:p>
            <a:r>
              <a:rPr lang="zh-CN" altLang="en-US" dirty="0" smtClean="0"/>
              <a:t>技术交流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原则上每</a:t>
            </a:r>
            <a:r>
              <a:rPr lang="en-US" altLang="zh-CN" dirty="0" smtClean="0"/>
              <a:t>1</a:t>
            </a:r>
            <a:r>
              <a:rPr lang="zh-CN" altLang="en-US" dirty="0" smtClean="0"/>
              <a:t>个月举行一次技术交流会，交流主题由各位发起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开展培训交流讨论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开展对开发人员外部使用场景的交流培训，售前人员需要总结支撑和大会报告，定期与开发人员交流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探索和细化测试方法，开展培训交流，深化测试面，提升测试人员技能技巧</a:t>
            </a:r>
            <a:endParaRPr lang="en-US" altLang="zh-CN" dirty="0" smtClean="0"/>
          </a:p>
          <a:p>
            <a:pPr>
              <a:buNone/>
            </a:pP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提交要求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提交的代码确保向前兼容，功能完整正确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要求代码按天提交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质量活动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规范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单：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单中必须说明问题原因，重现条件和提交</a:t>
            </a:r>
            <a:r>
              <a:rPr lang="en-US" altLang="zh-CN" dirty="0" smtClean="0"/>
              <a:t>SVN</a:t>
            </a:r>
            <a:r>
              <a:rPr lang="zh-CN" altLang="en-US" dirty="0" smtClean="0"/>
              <a:t>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开展人工场景测试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Text Box 1"/>
          <p:cNvSpPr txBox="1">
            <a:spLocks noChangeArrowheads="1"/>
          </p:cNvSpPr>
          <p:nvPr/>
        </p:nvSpPr>
        <p:spPr bwMode="auto">
          <a:xfrm>
            <a:off x="533400" y="762000"/>
            <a:ext cx="8229600" cy="88423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anchor="ctr"/>
          <a:lstStyle/>
          <a:p>
            <a: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altLang="en-US" sz="4000" b="1" dirty="0" smtClean="0">
                <a:solidFill>
                  <a:srgbClr val="990000"/>
                </a:solidFill>
              </a:rPr>
              <a:t>谢谢</a:t>
            </a:r>
            <a:endParaRPr lang="en-US" sz="4000" b="1" dirty="0">
              <a:solidFill>
                <a:srgbClr val="990000"/>
              </a:solidFill>
            </a:endParaRPr>
          </a:p>
        </p:txBody>
      </p:sp>
      <p:pic>
        <p:nvPicPr>
          <p:cNvPr id="130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6837" y="1807680"/>
            <a:ext cx="6329363" cy="421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 advTm="181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[SequoiaDB]PPT Template-中英文版1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[SequoiaDB]PPT Template-中英文版1</Template>
  <TotalTime>6161</TotalTime>
  <Words>822</Words>
  <Application>Microsoft Office PowerPoint</Application>
  <PresentationFormat>On-screen Show (4:3)</PresentationFormat>
  <Paragraphs>135</Paragraphs>
  <Slides>9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[SequoiaDB]PPT Template-中英文版1</vt:lpstr>
      <vt:lpstr>SequoiaDB Business Plan</vt:lpstr>
      <vt:lpstr>2015年2季度总体目标</vt:lpstr>
      <vt:lpstr>版本要求和约束</vt:lpstr>
      <vt:lpstr>版本主要特性</vt:lpstr>
      <vt:lpstr>版本主要特性</vt:lpstr>
      <vt:lpstr>人力汇总</vt:lpstr>
      <vt:lpstr>制度（一）</vt:lpstr>
      <vt:lpstr>制度（二）</vt:lpstr>
      <vt:lpstr>Slide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taoewang</dc:creator>
  <cp:lastModifiedBy>xujianhui</cp:lastModifiedBy>
  <cp:revision>268</cp:revision>
  <dcterms:created xsi:type="dcterms:W3CDTF">2013-10-30T01:59:32Z</dcterms:created>
  <dcterms:modified xsi:type="dcterms:W3CDTF">2015-03-25T08:19:30Z</dcterms:modified>
</cp:coreProperties>
</file>