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16" r:id="rId3"/>
    <p:sldId id="318" r:id="rId4"/>
    <p:sldId id="319" r:id="rId5"/>
    <p:sldId id="320" r:id="rId6"/>
    <p:sldId id="321" r:id="rId7"/>
    <p:sldId id="322" r:id="rId8"/>
    <p:sldId id="323" r:id="rId9"/>
    <p:sldId id="325" r:id="rId10"/>
    <p:sldId id="324" r:id="rId11"/>
    <p:sldId id="326" r:id="rId12"/>
    <p:sldId id="327" r:id="rId13"/>
    <p:sldId id="281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EBFF"/>
    <a:srgbClr val="7EB4F6"/>
    <a:srgbClr val="89E0FF"/>
    <a:srgbClr val="FBF5A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2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A76CE-B591-404B-B39C-86CC1FD600A3}" type="datetimeFigureOut">
              <a:rPr lang="zh-CN" altLang="en-US" smtClean="0"/>
              <a:pPr/>
              <a:t>2014/2/9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5A556-B770-442E-91B6-DBACBAE32C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21600">
            <a:round/>
            <a:headEnd/>
            <a:tailEnd/>
          </a:ln>
        </p:spPr>
        <p:txBody>
          <a:bodyPr/>
          <a:lstStyle/>
          <a:p>
            <a:fld id="{1F235632-6E56-4B76-AD17-1221CF6CDD18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sp>
        <p:nvSpPr>
          <p:cNvPr id="1423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2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</p:spPr>
        <p:txBody>
          <a:bodyPr wrap="none" anchor="ctr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107132" cy="1214422"/>
          </a:xfrm>
        </p:spPr>
        <p:txBody>
          <a:bodyPr/>
          <a:lstStyle/>
          <a:p>
            <a:r>
              <a:rPr lang="en-US" altLang="zh-CN" dirty="0" smtClean="0">
                <a:latin typeface="HelveticaNeueLT Pro 65 Md"/>
                <a:ea typeface="方正兰亭中黑_GBK"/>
              </a:rPr>
              <a:t>SequoiaDB Business Plan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860032" y="407707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2014</a:t>
            </a:r>
            <a:r>
              <a:rPr lang="zh-CN" altLang="en-US" sz="2400" dirty="0" smtClean="0">
                <a:solidFill>
                  <a:schemeClr val="bg1"/>
                </a:solidFill>
              </a:rPr>
              <a:t>年</a:t>
            </a:r>
            <a:r>
              <a:rPr lang="en-US" altLang="zh-CN" sz="2400" dirty="0" smtClean="0">
                <a:solidFill>
                  <a:schemeClr val="bg1"/>
                </a:solidFill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</a:rPr>
              <a:t>季度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2014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季度总体目标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总体目标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确保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可靠性</a:t>
            </a:r>
            <a:r>
              <a:rPr lang="zh-CN" altLang="en-US" sz="1800" dirty="0" smtClean="0"/>
              <a:t>，优化性能，提升易用性</a:t>
            </a:r>
            <a:endParaRPr lang="en-US" altLang="zh-CN" sz="1800" dirty="0" smtClean="0"/>
          </a:p>
          <a:p>
            <a:r>
              <a:rPr lang="zh-CN" altLang="en-US" dirty="0" smtClean="0"/>
              <a:t>时间点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02/17</a:t>
            </a:r>
            <a:r>
              <a:rPr lang="zh-CN" altLang="en-US" sz="1800" dirty="0" smtClean="0"/>
              <a:t>：停止</a:t>
            </a:r>
            <a:r>
              <a:rPr lang="en-US" altLang="zh-CN" sz="1800" dirty="0" smtClean="0"/>
              <a:t>SVN</a:t>
            </a:r>
            <a:r>
              <a:rPr lang="zh-CN" altLang="en-US" sz="1800" dirty="0" smtClean="0"/>
              <a:t>代码合入（只允许提交</a:t>
            </a:r>
            <a:r>
              <a:rPr lang="en-US" altLang="zh-CN" sz="1800" dirty="0" smtClean="0"/>
              <a:t>Bug</a:t>
            </a:r>
            <a:r>
              <a:rPr lang="zh-CN" altLang="en-US" sz="1800" dirty="0" smtClean="0"/>
              <a:t>修复代码）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02/19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1.6</a:t>
            </a:r>
            <a:r>
              <a:rPr lang="zh-CN" altLang="en-US" sz="1800" dirty="0" smtClean="0"/>
              <a:t>内部测试版</a:t>
            </a:r>
            <a:r>
              <a:rPr lang="en-US" altLang="zh-CN" sz="1800" dirty="0" smtClean="0"/>
              <a:t>Beta1</a:t>
            </a:r>
          </a:p>
          <a:p>
            <a:pPr lvl="1"/>
            <a:r>
              <a:rPr lang="en-US" altLang="zh-CN" sz="1800" dirty="0" smtClean="0"/>
              <a:t>02/27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1.6</a:t>
            </a:r>
            <a:r>
              <a:rPr lang="zh-CN" altLang="en-US" sz="1800" dirty="0" smtClean="0"/>
              <a:t>内部测试版</a:t>
            </a:r>
            <a:r>
              <a:rPr lang="en-US" altLang="zh-CN" sz="1800" dirty="0" smtClean="0"/>
              <a:t>Beta2</a:t>
            </a:r>
            <a:r>
              <a:rPr lang="zh-CN" altLang="en-US" sz="1800" dirty="0" smtClean="0"/>
              <a:t>（修复测试</a:t>
            </a:r>
            <a:r>
              <a:rPr lang="en-US" altLang="zh-CN" sz="1800" dirty="0" smtClean="0"/>
              <a:t>Bug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03/06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1.6</a:t>
            </a:r>
            <a:r>
              <a:rPr lang="zh-CN" altLang="en-US" sz="1800" dirty="0" smtClean="0"/>
              <a:t>版本</a:t>
            </a:r>
            <a:endParaRPr lang="en-US" altLang="zh-CN" sz="1800" dirty="0" smtClean="0"/>
          </a:p>
          <a:p>
            <a:r>
              <a:rPr lang="zh-CN" altLang="en-US" dirty="0" smtClean="0"/>
              <a:t>平台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X86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Centos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Ubuntu</a:t>
            </a:r>
          </a:p>
          <a:p>
            <a:pPr lvl="1"/>
            <a:r>
              <a:rPr lang="en-US" altLang="zh-CN" sz="1800" dirty="0" smtClean="0"/>
              <a:t>Power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可靠性（一）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完善可靠性测试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覆盖每一种特性的正常、异常分支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覆盖特性之间的约束和依赖分支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覆盖各种故障模式</a:t>
            </a:r>
            <a:endParaRPr lang="en-US" altLang="zh-CN" sz="1800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修复可靠性问题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目标</a:t>
            </a:r>
            <a:endParaRPr lang="en-US" altLang="zh-CN" sz="1800" dirty="0" smtClean="0"/>
          </a:p>
          <a:p>
            <a:pPr lvl="2"/>
            <a:r>
              <a:rPr lang="zh-CN" altLang="en-US" sz="1600" dirty="0" smtClean="0"/>
              <a:t>综合业务，大并发压力下系统稳定运行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周不拓机（内存不泄漏）</a:t>
            </a:r>
            <a:endParaRPr lang="en-US" altLang="zh-CN" sz="1600" dirty="0" smtClean="0"/>
          </a:p>
          <a:p>
            <a:pPr lvl="2"/>
            <a:r>
              <a:rPr lang="zh-CN" altLang="en-US" sz="1600" dirty="0" smtClean="0"/>
              <a:t>多副本模式，除全系统拓机故障外的其它故障下，系统能自动修复，数据基本不丢失，且副本间数据保持一致性</a:t>
            </a:r>
            <a:endParaRPr lang="en-US" altLang="zh-CN" sz="1600" dirty="0" smtClean="0"/>
          </a:p>
          <a:p>
            <a:pPr lvl="2"/>
            <a:r>
              <a:rPr lang="zh-CN" altLang="en-US" sz="1600" dirty="0" smtClean="0"/>
              <a:t>全系统拓机故障下，系统能自动修复，且数据能大部分修复</a:t>
            </a:r>
            <a:endParaRPr lang="en-US" altLang="zh-C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可靠性（二）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071688"/>
          <a:ext cx="8229600" cy="454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2832"/>
                <a:gridCol w="648072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删除数据组时，</a:t>
                      </a:r>
                      <a:r>
                        <a:rPr lang="en-US" altLang="zh-CN" sz="1400" dirty="0" smtClean="0"/>
                        <a:t>Coord</a:t>
                      </a:r>
                      <a:r>
                        <a:rPr lang="zh-CN" altLang="en-US" sz="1400" dirty="0" smtClean="0"/>
                        <a:t>上缓存的</a:t>
                      </a:r>
                      <a:r>
                        <a:rPr lang="en-US" altLang="zh-CN" sz="1400" dirty="0" smtClean="0"/>
                        <a:t>Catalog</a:t>
                      </a:r>
                      <a:r>
                        <a:rPr lang="zh-CN" altLang="en-US" sz="1400" dirty="0" smtClean="0"/>
                        <a:t>仍然为被删除的组时，会出现“更新组失败”的错误，而无法对表进行其它操作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Coord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Coord</a:t>
                      </a:r>
                      <a:r>
                        <a:rPr lang="zh-CN" altLang="en-US" sz="1400" dirty="0" smtClean="0"/>
                        <a:t>需要针对“通讯失败”、“无主节点”、“全量同步”、“离线备份”、“故障无应答”等错误抽象出一套重试机制和流程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特性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Coord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Coord</a:t>
                      </a:r>
                      <a:r>
                        <a:rPr lang="zh-CN" altLang="en-US" sz="1400" dirty="0" smtClean="0"/>
                        <a:t>对“创建</a:t>
                      </a:r>
                      <a:r>
                        <a:rPr lang="en-US" altLang="zh-CN" sz="1400" dirty="0" smtClean="0"/>
                        <a:t>CS</a:t>
                      </a:r>
                      <a:r>
                        <a:rPr lang="zh-CN" altLang="en-US" sz="1400" dirty="0" smtClean="0"/>
                        <a:t>”、“删除</a:t>
                      </a:r>
                      <a:r>
                        <a:rPr lang="en-US" altLang="zh-CN" sz="1400" dirty="0" smtClean="0"/>
                        <a:t>CS</a:t>
                      </a:r>
                      <a:r>
                        <a:rPr lang="zh-CN" altLang="en-US" sz="1400" dirty="0" smtClean="0"/>
                        <a:t>”、“创建</a:t>
                      </a:r>
                      <a:r>
                        <a:rPr lang="en-US" altLang="zh-CN" sz="1400" dirty="0" smtClean="0"/>
                        <a:t>CL</a:t>
                      </a:r>
                      <a:r>
                        <a:rPr lang="zh-CN" altLang="en-US" sz="1400" dirty="0" smtClean="0"/>
                        <a:t>”、“删除</a:t>
                      </a:r>
                      <a:r>
                        <a:rPr lang="en-US" altLang="zh-CN" sz="1400" dirty="0" smtClean="0"/>
                        <a:t>CL</a:t>
                      </a:r>
                      <a:r>
                        <a:rPr lang="zh-CN" altLang="en-US" sz="1400" dirty="0" smtClean="0"/>
                        <a:t>”、“创建索引”、“删除索引”、“</a:t>
                      </a:r>
                      <a:r>
                        <a:rPr lang="en-US" altLang="zh-CN" sz="1400" dirty="0" smtClean="0"/>
                        <a:t>Truncate CL</a:t>
                      </a:r>
                      <a:r>
                        <a:rPr lang="zh-CN" altLang="en-US" sz="1400" dirty="0" smtClean="0"/>
                        <a:t>”等操作的一致性保证（失败回滚，二段提交，三段提交等）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特性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Coord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节点启动时，服务端口被临时端口占用，导致启动失败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PMD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节点强退时，会导致另一节点出现源和目的完全相同的链路，并且端口为该强退节点</a:t>
                      </a:r>
                      <a:r>
                        <a:rPr lang="en-US" altLang="zh-CN" sz="1400" dirty="0" smtClean="0"/>
                        <a:t>Repl</a:t>
                      </a:r>
                      <a:r>
                        <a:rPr lang="zh-CN" altLang="en-US" sz="1400" dirty="0" smtClean="0"/>
                        <a:t>服务端口，导致节点再启动失败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PMD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主备节点数据同步时，但主节点过快备跟不上，需要根据配置“流控主”节点，以防止全量同步发生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特性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REPL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可靠性（三）</a:t>
            </a:r>
            <a:endParaRPr lang="zh-CN" altLang="en-US" dirty="0"/>
          </a:p>
        </p:txBody>
      </p:sp>
      <p:graphicFrame>
        <p:nvGraphicFramePr>
          <p:cNvPr id="6" name="内容占位符 3"/>
          <p:cNvGraphicFramePr>
            <a:graphicFrameLocks/>
          </p:cNvGraphicFramePr>
          <p:nvPr/>
        </p:nvGraphicFramePr>
        <p:xfrm>
          <a:off x="457200" y="2071688"/>
          <a:ext cx="8229600" cy="376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2832"/>
                <a:gridCol w="648072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全系统断电，系统能自动恢复，数据能自动恢复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特性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DATA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数据同步大压力时，会出现节点间</a:t>
                      </a:r>
                      <a:r>
                        <a:rPr lang="en-US" altLang="zh-CN" sz="1400" dirty="0" smtClean="0"/>
                        <a:t>sharing-break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REPL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批量</a:t>
                      </a:r>
                      <a:r>
                        <a:rPr lang="en-US" altLang="zh-CN" sz="1400" dirty="0" smtClean="0"/>
                        <a:t>Insert</a:t>
                      </a:r>
                      <a:r>
                        <a:rPr lang="zh-CN" altLang="en-US" sz="1400" dirty="0" smtClean="0"/>
                        <a:t>过程中，</a:t>
                      </a:r>
                      <a:r>
                        <a:rPr lang="en-US" altLang="zh-CN" sz="1400" dirty="0" smtClean="0"/>
                        <a:t>Split</a:t>
                      </a:r>
                      <a:r>
                        <a:rPr lang="zh-CN" altLang="en-US" sz="1400" dirty="0" smtClean="0"/>
                        <a:t>完成，导致数据</a:t>
                      </a:r>
                      <a:r>
                        <a:rPr lang="en-US" altLang="zh-CN" sz="1400" dirty="0" smtClean="0"/>
                        <a:t>Insert</a:t>
                      </a:r>
                      <a:r>
                        <a:rPr lang="zh-CN" altLang="en-US" sz="1400" dirty="0" smtClean="0"/>
                        <a:t>到错误的节点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Shard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索引排序、非索引排序针对数组时，需要把数组相同的内容放在一起，以保证聚集的正确性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特性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按索引分布并发查询时，不能对数组类型字段的索引进行记录踢重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并发创建</a:t>
                      </a:r>
                      <a:r>
                        <a:rPr lang="en-US" altLang="zh-CN" sz="1400" dirty="0" smtClean="0"/>
                        <a:t>CS</a:t>
                      </a:r>
                      <a:r>
                        <a:rPr lang="zh-CN" altLang="en-US" sz="1400" dirty="0" smtClean="0"/>
                        <a:t>会出现文件已存在错误，某些会话失败，如果是并发</a:t>
                      </a:r>
                      <a:r>
                        <a:rPr lang="en-US" altLang="zh-CN" sz="1400" dirty="0" smtClean="0"/>
                        <a:t>insert</a:t>
                      </a:r>
                      <a:r>
                        <a:rPr lang="zh-CN" altLang="en-US" sz="1400" dirty="0" smtClean="0"/>
                        <a:t>时根据</a:t>
                      </a:r>
                      <a:r>
                        <a:rPr lang="en-US" altLang="zh-CN" sz="1400" dirty="0" smtClean="0"/>
                        <a:t>Catalog</a:t>
                      </a:r>
                      <a:r>
                        <a:rPr lang="zh-CN" altLang="en-US" sz="1400" dirty="0" smtClean="0"/>
                        <a:t>创建的，则会出现</a:t>
                      </a:r>
                      <a:r>
                        <a:rPr lang="en-US" altLang="zh-CN" sz="1400" dirty="0" smtClean="0"/>
                        <a:t>insert</a:t>
                      </a:r>
                      <a:r>
                        <a:rPr lang="zh-CN" altLang="en-US" sz="1400" dirty="0" smtClean="0"/>
                        <a:t>失败；同样，删除</a:t>
                      </a:r>
                      <a:r>
                        <a:rPr lang="en-US" altLang="zh-CN" sz="1400" dirty="0" smtClean="0"/>
                        <a:t>CS</a:t>
                      </a:r>
                      <a:r>
                        <a:rPr lang="zh-CN" altLang="en-US" sz="1400" dirty="0" smtClean="0"/>
                        <a:t>也存在并发问题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事务机制的死锁检测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特性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Trans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性能优化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071688"/>
          <a:ext cx="8229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0824"/>
                <a:gridCol w="720080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  <a:endParaRPr lang="zh-CN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Rebuild DB</a:t>
                      </a:r>
                      <a:r>
                        <a:rPr lang="zh-CN" altLang="en-US" sz="1400" dirty="0" smtClean="0"/>
                        <a:t>性能优化（依赖</a:t>
                      </a:r>
                      <a:r>
                        <a:rPr lang="en-US" altLang="zh-CN" sz="1400" dirty="0" smtClean="0"/>
                        <a:t>Rebuild Index</a:t>
                      </a:r>
                      <a:r>
                        <a:rPr lang="zh-CN" altLang="en-US" sz="1400" dirty="0" smtClean="0"/>
                        <a:t>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Data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Rebuild Index</a:t>
                      </a:r>
                      <a:r>
                        <a:rPr lang="zh-CN" altLang="en-US" sz="1400" dirty="0" smtClean="0"/>
                        <a:t>性能优化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数组踢重优化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暂无方案和想法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索引压缩（相同</a:t>
                      </a:r>
                      <a:r>
                        <a:rPr lang="en-US" altLang="zh-CN" sz="1400" dirty="0" smtClean="0"/>
                        <a:t>key</a:t>
                      </a:r>
                      <a:r>
                        <a:rPr lang="zh-CN" altLang="en-US" sz="1400" dirty="0" smtClean="0"/>
                        <a:t>保存一份）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驱动性能优化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Driver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13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Remove({})</a:t>
                      </a:r>
                      <a:r>
                        <a:rPr lang="zh-CN" altLang="en-US" sz="1400" dirty="0" smtClean="0"/>
                        <a:t>优化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 over</a:t>
                      </a:r>
                      <a:r>
                        <a:rPr lang="en-US" altLang="zh-CN" sz="1400" baseline="0" dirty="0" smtClean="0"/>
                        <a:t> flow</a:t>
                      </a:r>
                      <a:r>
                        <a:rPr lang="zh-CN" altLang="en-US" sz="1400" baseline="0" dirty="0" smtClean="0"/>
                        <a:t>优化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易用性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071688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0824"/>
                <a:gridCol w="720080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Sdb/Web</a:t>
                      </a:r>
                      <a:r>
                        <a:rPr lang="zh-CN" altLang="en-US" sz="1400" dirty="0" smtClean="0"/>
                        <a:t>集成详细的帮助信息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易用性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SDB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自动化部署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易用性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Coord</a:t>
                      </a:r>
                      <a:r>
                        <a:rPr lang="zh-CN" altLang="en-US" sz="1400" dirty="0" smtClean="0"/>
                        <a:t>启动机制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易用性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完善管理界面易用性和管控功能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易用性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提升文档质量（正确性、全面性）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易用性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DOC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可维护性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071688"/>
          <a:ext cx="8229600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36104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动态参数修改和查看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PMD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CS load/unload/load</a:t>
                      </a:r>
                      <a:r>
                        <a:rPr lang="en-US" altLang="zh-CN" sz="1400" baseline="0" dirty="0" smtClean="0"/>
                        <a:t> all/unload all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RTN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查询进行</a:t>
                      </a:r>
                      <a:r>
                        <a:rPr lang="en-US" altLang="zh-CN" sz="1400" dirty="0" smtClean="0"/>
                        <a:t>Memory</a:t>
                      </a:r>
                      <a:r>
                        <a:rPr lang="zh-CN" altLang="en-US" sz="1400" dirty="0" smtClean="0"/>
                        <a:t>总量，以及</a:t>
                      </a:r>
                      <a:r>
                        <a:rPr lang="en-US" altLang="zh-CN" sz="1400" dirty="0" smtClean="0"/>
                        <a:t>Dump</a:t>
                      </a:r>
                      <a:r>
                        <a:rPr lang="zh-CN" altLang="en-US" sz="1400" dirty="0" smtClean="0"/>
                        <a:t>内存信息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OSS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数据收集工具（自动收集</a:t>
                      </a:r>
                      <a:r>
                        <a:rPr lang="en-US" altLang="zh-CN" sz="1400" dirty="0" smtClean="0"/>
                        <a:t>log/core</a:t>
                      </a:r>
                      <a:r>
                        <a:rPr lang="zh-CN" altLang="en-US" sz="1400" dirty="0" smtClean="0"/>
                        <a:t>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Tools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性能监控工具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Tools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Snapshot</a:t>
                      </a:r>
                      <a:r>
                        <a:rPr lang="zh-CN" altLang="en-US" sz="1400" dirty="0" smtClean="0"/>
                        <a:t>和</a:t>
                      </a:r>
                      <a:r>
                        <a:rPr lang="en-US" altLang="zh-CN" sz="1400" dirty="0" smtClean="0"/>
                        <a:t>list</a:t>
                      </a:r>
                      <a:r>
                        <a:rPr lang="zh-CN" altLang="en-US" sz="1400" dirty="0" smtClean="0"/>
                        <a:t>命令完善，能灵活查看系统状态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Coord</a:t>
                      </a:r>
                      <a:r>
                        <a:rPr lang="zh-CN" altLang="en-US" sz="1400" dirty="0" smtClean="0"/>
                        <a:t>节点的监控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管理界面增加错误告警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可维护性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Insert/Update/Delete</a:t>
                      </a:r>
                      <a:r>
                        <a:rPr lang="zh-CN" altLang="en-US" sz="1400" dirty="0" smtClean="0"/>
                        <a:t>等所有外部操作都可以返回详细信息（包含访问计划，详细错误描述）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OM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Force EDU/Interrupt</a:t>
                      </a:r>
                      <a:r>
                        <a:rPr lang="en-US" altLang="zh-CN" sz="1400" baseline="0" dirty="0" smtClean="0"/>
                        <a:t> EDU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PMD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可测试性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071688"/>
          <a:ext cx="8229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36104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手动降备命令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可测试性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RTN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待完善功能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071688"/>
          <a:ext cx="8229600" cy="40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36104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创建</a:t>
                      </a:r>
                      <a:r>
                        <a:rPr lang="en-US" altLang="zh-CN" sz="1400" dirty="0" smtClean="0"/>
                        <a:t>\</a:t>
                      </a:r>
                      <a:r>
                        <a:rPr lang="zh-CN" altLang="en-US" sz="1400" dirty="0" smtClean="0"/>
                        <a:t>删除域，域中增加、删除组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创建</a:t>
                      </a:r>
                      <a:r>
                        <a:rPr lang="en-US" altLang="zh-CN" sz="1400" dirty="0" smtClean="0"/>
                        <a:t>CS</a:t>
                      </a:r>
                      <a:r>
                        <a:rPr lang="zh-CN" altLang="en-US" sz="1400" dirty="0" smtClean="0"/>
                        <a:t>可指定域和组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创建</a:t>
                      </a:r>
                      <a:r>
                        <a:rPr lang="en-US" altLang="zh-CN" sz="1400" dirty="0" smtClean="0"/>
                        <a:t>CL</a:t>
                      </a:r>
                      <a:r>
                        <a:rPr lang="zh-CN" altLang="en-US" sz="1400" dirty="0" smtClean="0"/>
                        <a:t>可指定组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Alter collection</a:t>
                      </a:r>
                      <a:r>
                        <a:rPr lang="zh-CN" altLang="en-US" sz="1400" dirty="0" smtClean="0"/>
                        <a:t>修改</a:t>
                      </a:r>
                      <a:r>
                        <a:rPr lang="en-US" altLang="zh-CN" sz="1400" dirty="0" smtClean="0"/>
                        <a:t>collection</a:t>
                      </a:r>
                      <a:r>
                        <a:rPr lang="zh-CN" altLang="en-US" sz="1400" baseline="0" dirty="0" smtClean="0"/>
                        <a:t>属性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Collection</a:t>
                      </a:r>
                      <a:r>
                        <a:rPr lang="zh-CN" altLang="en-US" sz="1400" dirty="0" smtClean="0"/>
                        <a:t>增加查询模式，可指定查询是通过主还是备的方式（依赖 可以向指定主、备节点查询）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可以指定向主、备节点查询（支持查询模式）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Truncate collection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增加</a:t>
                      </a:r>
                      <a:r>
                        <a:rPr lang="en-US" altLang="zh-CN" sz="1400" dirty="0" smtClean="0"/>
                        <a:t>OM</a:t>
                      </a:r>
                      <a:r>
                        <a:rPr lang="zh-CN" altLang="en-US" sz="1400" dirty="0" smtClean="0"/>
                        <a:t>管理服务（集“策略”，“信息采集”，“告警”等模块）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模块解耦合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特性信息汇总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071688"/>
          <a:ext cx="8229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总合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个数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工作量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个数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工作量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个数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工作量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个数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工作量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可靠性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40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18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15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38+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25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4+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易用性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53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33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20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91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17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68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可测试性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功能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55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13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21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21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总合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279+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97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136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C00000"/>
                          </a:solidFill>
                        </a:rPr>
                        <a:t>46+</a:t>
                      </a:r>
                      <a:endParaRPr lang="zh-CN" alt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人力汇总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总人力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时间：</a:t>
            </a:r>
            <a:r>
              <a:rPr lang="en-US" altLang="zh-CN" dirty="0" smtClean="0"/>
              <a:t>2*22 =44 </a:t>
            </a:r>
            <a:r>
              <a:rPr lang="zh-CN" altLang="en-US" dirty="0" smtClean="0"/>
              <a:t>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人天：</a:t>
            </a:r>
            <a:r>
              <a:rPr lang="en-US" altLang="zh-CN" dirty="0" smtClean="0"/>
              <a:t>44 * 4 = 176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特性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确保</a:t>
            </a:r>
            <a:r>
              <a:rPr lang="en-US" altLang="zh-CN" dirty="0" smtClean="0"/>
              <a:t>Bug</a:t>
            </a:r>
            <a:r>
              <a:rPr lang="zh-CN" altLang="en-US" dirty="0" smtClean="0"/>
              <a:t>修复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保证完成优先级为“高”的特性（</a:t>
            </a:r>
            <a:r>
              <a:rPr lang="en-US" altLang="zh-CN" dirty="0" smtClean="0"/>
              <a:t>97</a:t>
            </a:r>
            <a:r>
              <a:rPr lang="zh-CN" altLang="en-US" dirty="0" smtClean="0"/>
              <a:t>人天）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部分完成优先级为“中”的特性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533400" y="762000"/>
            <a:ext cx="8229600" cy="884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4000" b="1" dirty="0" smtClean="0">
                <a:solidFill>
                  <a:srgbClr val="990000"/>
                </a:solidFill>
              </a:rPr>
              <a:t>谢谢</a:t>
            </a:r>
            <a:endParaRPr lang="en-US" sz="4000" b="1" dirty="0">
              <a:solidFill>
                <a:srgbClr val="990000"/>
              </a:solidFill>
            </a:endParaRPr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837" y="1807680"/>
            <a:ext cx="6329363" cy="42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Tm="181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[SequoiaDB]PPT Template-中英文版1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[SequoiaDB]PPT Template-中英文版1</Template>
  <TotalTime>4914</TotalTime>
  <Words>1094</Words>
  <Application>Microsoft Office PowerPoint</Application>
  <PresentationFormat>全屏显示(4:3)</PresentationFormat>
  <Paragraphs>353</Paragraphs>
  <Slides>13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[SequoiaDB]PPT Template-中英文版1</vt:lpstr>
      <vt:lpstr>SequoiaDB Business Plan</vt:lpstr>
      <vt:lpstr>2014年1季度总体目标</vt:lpstr>
      <vt:lpstr>版本特性—可靠性（一）</vt:lpstr>
      <vt:lpstr>版本特性—可靠性（二）</vt:lpstr>
      <vt:lpstr>版本特性—可靠性（三）</vt:lpstr>
      <vt:lpstr>版本特性—性能优化</vt:lpstr>
      <vt:lpstr>版本特性—易用性</vt:lpstr>
      <vt:lpstr>版本特性—可维护性</vt:lpstr>
      <vt:lpstr>版本特性—可测试性</vt:lpstr>
      <vt:lpstr>版本特性—待完善功能</vt:lpstr>
      <vt:lpstr>特性信息汇总</vt:lpstr>
      <vt:lpstr>人力汇总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taoewang</dc:creator>
  <cp:lastModifiedBy>User</cp:lastModifiedBy>
  <cp:revision>192</cp:revision>
  <dcterms:created xsi:type="dcterms:W3CDTF">2013-10-30T01:59:32Z</dcterms:created>
  <dcterms:modified xsi:type="dcterms:W3CDTF">2014-02-09T03:51:52Z</dcterms:modified>
</cp:coreProperties>
</file>