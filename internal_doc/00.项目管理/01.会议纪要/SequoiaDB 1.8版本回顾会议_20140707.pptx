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69" r:id="rId3"/>
    <p:sldId id="268" r:id="rId4"/>
    <p:sldId id="270" r:id="rId5"/>
    <p:sldId id="273" r:id="rId6"/>
    <p:sldId id="271" r:id="rId7"/>
    <p:sldId id="274" r:id="rId8"/>
    <p:sldId id="272" r:id="rId9"/>
    <p:sldId id="267" r:id="rId10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C0D7"/>
    <a:srgbClr val="339966"/>
    <a:srgbClr val="993366"/>
    <a:srgbClr val="C0BD2D"/>
    <a:srgbClr val="3DAD78"/>
    <a:srgbClr val="E161FF"/>
    <a:srgbClr val="CC00FF"/>
    <a:srgbClr val="3399FF"/>
    <a:srgbClr val="0066FF"/>
    <a:srgbClr val="0033CC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76744" autoAdjust="0"/>
  </p:normalViewPr>
  <p:slideViewPr>
    <p:cSldViewPr>
      <p:cViewPr varScale="1">
        <p:scale>
          <a:sx n="64" d="100"/>
          <a:sy n="64" d="100"/>
        </p:scale>
        <p:origin x="-1350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3E46FB-0C22-4315-8E08-4C5C8B3D1168}" type="datetimeFigureOut">
              <a:rPr lang="zh-CN" altLang="en-US" smtClean="0"/>
              <a:pPr/>
              <a:t>2014/7/7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DED305-2F38-4124-B22A-2A7AC7C037B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DED305-2F38-4124-B22A-2A7AC7C037B9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CI</a:t>
            </a:r>
            <a:r>
              <a:rPr lang="zh-CN" altLang="en-US" dirty="0" smtClean="0"/>
              <a:t>缺少问题分发解决机制</a:t>
            </a:r>
            <a:endParaRPr lang="en-US" altLang="zh-CN" dirty="0" smtClean="0"/>
          </a:p>
          <a:p>
            <a:r>
              <a:rPr lang="en-US" altLang="zh-CN" dirty="0" smtClean="0"/>
              <a:t>-</a:t>
            </a:r>
            <a:r>
              <a:rPr lang="zh-CN" altLang="en-US" dirty="0" smtClean="0"/>
              <a:t>测试用例包含作者名称</a:t>
            </a:r>
            <a:endParaRPr lang="en-US" altLang="zh-CN" dirty="0" smtClean="0"/>
          </a:p>
          <a:p>
            <a:r>
              <a:rPr lang="en-US" altLang="zh-CN" dirty="0" smtClean="0"/>
              <a:t>-CI</a:t>
            </a:r>
            <a:r>
              <a:rPr lang="zh-CN" altLang="en-US" dirty="0" smtClean="0"/>
              <a:t>出错能自动导出错误人员列表</a:t>
            </a:r>
            <a:endParaRPr lang="en-US" altLang="zh-CN" dirty="0" smtClean="0"/>
          </a:p>
          <a:p>
            <a:r>
              <a:rPr lang="en-US" altLang="zh-CN" dirty="0" smtClean="0"/>
              <a:t>-</a:t>
            </a:r>
            <a:r>
              <a:rPr lang="zh-CN" altLang="en-US" dirty="0" smtClean="0"/>
              <a:t>测试用例按模块划分责任人</a:t>
            </a:r>
            <a:endParaRPr lang="en-US" altLang="zh-CN" dirty="0" smtClean="0"/>
          </a:p>
          <a:p>
            <a:r>
              <a:rPr lang="en-US" altLang="zh-CN" dirty="0" smtClean="0"/>
              <a:t>-</a:t>
            </a:r>
            <a:r>
              <a:rPr lang="zh-CN" altLang="en-US" dirty="0" smtClean="0"/>
              <a:t>开发按模块划分责任人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DED305-2F38-4124-B22A-2A7AC7C037B9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文净：自我要求严格；工作专注；主动；工作负责，承担很多性能的测试数据；乐于帮助他人成长；；</a:t>
            </a:r>
            <a:endParaRPr lang="en-US" altLang="zh-CN" dirty="0" smtClean="0"/>
          </a:p>
          <a:p>
            <a:r>
              <a:rPr lang="zh-CN" altLang="en-US" dirty="0" smtClean="0"/>
              <a:t>晓均：工作认真，细心细化测试用例，培训很认真；主动承担</a:t>
            </a:r>
            <a:r>
              <a:rPr lang="en-US" altLang="zh-CN" dirty="0" smtClean="0"/>
              <a:t>CI</a:t>
            </a:r>
            <a:r>
              <a:rPr lang="zh-CN" altLang="en-US" dirty="0" smtClean="0"/>
              <a:t>测试的问题；主动承担测试工作；</a:t>
            </a:r>
            <a:endParaRPr lang="en-US" altLang="zh-CN" dirty="0" smtClean="0"/>
          </a:p>
          <a:p>
            <a:r>
              <a:rPr lang="zh-CN" altLang="en-US" dirty="0" smtClean="0"/>
              <a:t>钊波：负责各种驱动，比较有耐心，工作比较积极</a:t>
            </a:r>
            <a:r>
              <a:rPr lang="en-US" altLang="zh-CN" dirty="0" smtClean="0"/>
              <a:t>; </a:t>
            </a:r>
            <a:r>
              <a:rPr lang="zh-CN" altLang="en-US" dirty="0" smtClean="0"/>
              <a:t>责任心强；极积处理测试的</a:t>
            </a:r>
            <a:r>
              <a:rPr lang="zh-CN" altLang="en-US" smtClean="0"/>
              <a:t>问题；</a:t>
            </a:r>
            <a:endParaRPr lang="en-US" altLang="zh-CN" dirty="0" smtClean="0"/>
          </a:p>
          <a:p>
            <a:r>
              <a:rPr lang="zh-CN" altLang="en-US" dirty="0" smtClean="0"/>
              <a:t>刘圳：精益求精，开发</a:t>
            </a:r>
            <a:r>
              <a:rPr lang="en-US" altLang="zh-CN" dirty="0" smtClean="0"/>
              <a:t>python</a:t>
            </a:r>
            <a:r>
              <a:rPr lang="zh-CN" altLang="en-US" dirty="0" smtClean="0"/>
              <a:t>驱动自我要求严</a:t>
            </a:r>
            <a:endParaRPr lang="en-US" altLang="zh-CN" dirty="0" smtClean="0"/>
          </a:p>
          <a:p>
            <a:r>
              <a:rPr lang="zh-CN" altLang="en-US" dirty="0" smtClean="0"/>
              <a:t>普升：数据库经验非常丰富；</a:t>
            </a:r>
            <a:endParaRPr lang="en-US" altLang="zh-CN" dirty="0" smtClean="0"/>
          </a:p>
          <a:p>
            <a:endParaRPr lang="en-US" altLang="zh-CN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DED305-2F38-4124-B22A-2A7AC7C037B9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857356" y="2571744"/>
            <a:ext cx="7286644" cy="1214422"/>
          </a:xfrm>
        </p:spPr>
        <p:txBody>
          <a:bodyPr>
            <a:normAutofit/>
          </a:bodyPr>
          <a:lstStyle>
            <a:lvl1pPr algn="l">
              <a:defRPr sz="3200" baseline="0">
                <a:solidFill>
                  <a:schemeClr val="bg1"/>
                </a:solidFill>
                <a:latin typeface="HelveticaNeueLT Pro 65 Md" pitchFamily="34" charset="0"/>
                <a:ea typeface="方正兰亭中黑_GBK" pitchFamily="2" charset="-122"/>
              </a:defRPr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57356" y="3929066"/>
            <a:ext cx="7286644" cy="642942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 smtClean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071678"/>
            <a:ext cx="8229600" cy="4054485"/>
          </a:xfrm>
        </p:spPr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4348" y="4143380"/>
            <a:ext cx="7772400" cy="1362075"/>
          </a:xfrm>
        </p:spPr>
        <p:txBody>
          <a:bodyPr anchor="t">
            <a:normAutofit/>
          </a:bodyPr>
          <a:lstStyle>
            <a:lvl1pPr algn="l">
              <a:defRPr sz="3200" b="1" cap="all">
                <a:solidFill>
                  <a:schemeClr val="bg1"/>
                </a:solidFill>
              </a:defRPr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14348" y="2643182"/>
            <a:ext cx="7772400" cy="1500187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2071678"/>
            <a:ext cx="4038600" cy="405448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2071678"/>
            <a:ext cx="4038600" cy="405448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928802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714619"/>
            <a:ext cx="4040188" cy="341154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928802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714619"/>
            <a:ext cx="4041775" cy="341154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71678"/>
            <a:ext cx="5111750" cy="405448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2071678"/>
            <a:ext cx="3008313" cy="405448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457200" y="785794"/>
            <a:ext cx="8229600" cy="1143000"/>
          </a:xfrm>
        </p:spPr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1000108"/>
            <a:ext cx="5486400" cy="372746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 smtClean="0"/>
              <a:t>Click icon to add picture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143108" y="4357694"/>
            <a:ext cx="7000892" cy="1214422"/>
          </a:xfrm>
        </p:spPr>
        <p:txBody>
          <a:bodyPr>
            <a:normAutofit/>
          </a:bodyPr>
          <a:lstStyle>
            <a:lvl1pPr algn="l">
              <a:defRPr sz="3200" baseline="0">
                <a:solidFill>
                  <a:schemeClr val="bg1"/>
                </a:solidFill>
                <a:latin typeface="HelveticaNeueLT Pro 65 Md" pitchFamily="34" charset="0"/>
                <a:ea typeface="方正兰亭中黑_GBK" pitchFamily="2" charset="-122"/>
              </a:defRPr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78579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928802"/>
            <a:ext cx="8229600" cy="41973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3200" kern="1200" baseline="0">
          <a:solidFill>
            <a:schemeClr val="tx1"/>
          </a:solidFill>
          <a:latin typeface="HelveticaNeueLT Pro 65 Md" pitchFamily="34" charset="0"/>
          <a:ea typeface="方正兰亭中黑_GBK" pitchFamily="2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 baseline="0">
          <a:solidFill>
            <a:schemeClr val="tx1"/>
          </a:solidFill>
          <a:latin typeface="HelveticaNeueLT Pro 55 Roman" pitchFamily="34" charset="0"/>
          <a:ea typeface="方正兰亭黑_GBK" pitchFamily="2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 baseline="0">
          <a:solidFill>
            <a:schemeClr val="tx1"/>
          </a:solidFill>
          <a:latin typeface="HelveticaNeueLT Pro 55 Roman" pitchFamily="34" charset="0"/>
          <a:ea typeface="方正兰亭黑_GBK" pitchFamily="2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 baseline="0">
          <a:solidFill>
            <a:schemeClr val="tx1"/>
          </a:solidFill>
          <a:latin typeface="HelveticaNeueLT Pro 55 Roman" pitchFamily="34" charset="0"/>
          <a:ea typeface="方正兰亭黑_GBK" pitchFamily="2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 baseline="0">
          <a:solidFill>
            <a:schemeClr val="tx1"/>
          </a:solidFill>
          <a:latin typeface="HelveticaNeueLT Pro 55 Roman" pitchFamily="34" charset="0"/>
          <a:ea typeface="方正兰亭黑_GBK" pitchFamily="2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400" kern="1200" baseline="0">
          <a:solidFill>
            <a:schemeClr val="tx1"/>
          </a:solidFill>
          <a:latin typeface="HelveticaNeueLT Pro 55 Roman" pitchFamily="34" charset="0"/>
          <a:ea typeface="方正兰亭黑_GBK" pitchFamily="2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/>
              <a:t>SequoiaDB</a:t>
            </a:r>
            <a:r>
              <a:rPr lang="zh-CN" altLang="en-US" dirty="0" smtClean="0"/>
              <a:t> </a:t>
            </a:r>
            <a:r>
              <a:rPr lang="en-US" altLang="zh-CN" dirty="0" smtClean="0"/>
              <a:t>1.8</a:t>
            </a:r>
            <a:r>
              <a:rPr lang="zh-CN" altLang="en-US" dirty="0" smtClean="0"/>
              <a:t>版本回顾会议</a:t>
            </a:r>
            <a:endParaRPr lang="zh-CN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smtClean="0"/>
              <a:t>内部会议资料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会议流程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版本总结（</a:t>
            </a:r>
            <a:r>
              <a:rPr lang="en-US" altLang="zh-CN" dirty="0" smtClean="0"/>
              <a:t>20-25Mins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zh-CN" altLang="en-US" dirty="0" smtClean="0"/>
              <a:t>成果巩固（</a:t>
            </a:r>
            <a:r>
              <a:rPr lang="en-US" altLang="zh-CN" dirty="0" smtClean="0"/>
              <a:t>20-30Mins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zh-CN" altLang="en-US" dirty="0" smtClean="0"/>
              <a:t>优化改进（</a:t>
            </a:r>
            <a:r>
              <a:rPr lang="en-US" altLang="zh-CN" dirty="0" smtClean="0"/>
              <a:t>20-30Mins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zh-CN" altLang="en-US" dirty="0" smtClean="0"/>
              <a:t>版本荣誉墙（</a:t>
            </a:r>
            <a:r>
              <a:rPr lang="en-US" altLang="zh-CN" dirty="0" smtClean="0"/>
              <a:t>5-10Mins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版本总结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回顾版本特性的完成情况，以及版本的质量情况（ </a:t>
            </a:r>
            <a:r>
              <a:rPr lang="en-US" altLang="zh-CN" dirty="0" smtClean="0"/>
              <a:t>5Mins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zh-CN" altLang="en-US" dirty="0" smtClean="0"/>
              <a:t>对团队和版本做系统总结（</a:t>
            </a:r>
            <a:r>
              <a:rPr lang="en-US" altLang="zh-CN" dirty="0" smtClean="0"/>
              <a:t>5Mins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zh-CN" altLang="en-US" dirty="0" smtClean="0"/>
              <a:t>团队成员发表感言（</a:t>
            </a:r>
            <a:r>
              <a:rPr lang="en-US" altLang="zh-CN" dirty="0" smtClean="0"/>
              <a:t>10-15Mins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成果巩固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团队成员发言讨论本版本优秀的实践（开发、培训、流程、活动、设计、质量措施、市场信息等）</a:t>
            </a:r>
            <a:endParaRPr lang="en-US" altLang="zh-CN" dirty="0" smtClean="0"/>
          </a:p>
          <a:p>
            <a:r>
              <a:rPr lang="zh-CN" altLang="en-US" dirty="0" smtClean="0"/>
              <a:t>投票选取</a:t>
            </a:r>
            <a:r>
              <a:rPr lang="en-US" altLang="zh-CN" dirty="0" smtClean="0"/>
              <a:t>TOP3</a:t>
            </a:r>
            <a:r>
              <a:rPr lang="zh-CN" altLang="en-US" dirty="0" smtClean="0"/>
              <a:t>，并制订巩固措施，在下一版本继续发扬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成果巩固（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JIRA</a:t>
            </a:r>
            <a:r>
              <a:rPr lang="zh-CN" altLang="en-US" dirty="0" smtClean="0"/>
              <a:t>流程中修改问题中包含</a:t>
            </a:r>
            <a:r>
              <a:rPr lang="en-US" altLang="zh-CN" dirty="0" smtClean="0"/>
              <a:t>SVN</a:t>
            </a:r>
            <a:r>
              <a:rPr lang="zh-CN" altLang="en-US" dirty="0" smtClean="0"/>
              <a:t>号  （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zh-CN" altLang="en-US" dirty="0" smtClean="0"/>
              <a:t>开展测试用例规范化整理</a:t>
            </a:r>
            <a:endParaRPr lang="en-US" altLang="zh-CN" dirty="0" smtClean="0"/>
          </a:p>
          <a:p>
            <a:r>
              <a:rPr lang="zh-CN" altLang="en-US" dirty="0" smtClean="0"/>
              <a:t>开发测试都能正常按计划完成工作</a:t>
            </a:r>
            <a:endParaRPr lang="en-US" altLang="zh-CN" dirty="0" smtClean="0"/>
          </a:p>
          <a:p>
            <a:r>
              <a:rPr lang="zh-CN" altLang="en-US" dirty="0" smtClean="0"/>
              <a:t>开展培训课程 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zh-CN" altLang="en-US" dirty="0" smtClean="0"/>
              <a:t>版本周例会</a:t>
            </a:r>
            <a:endParaRPr lang="en-US" altLang="zh-CN" dirty="0" smtClean="0"/>
          </a:p>
          <a:p>
            <a:r>
              <a:rPr lang="en-US" altLang="zh-CN" dirty="0" smtClean="0"/>
              <a:t>CI</a:t>
            </a:r>
            <a:r>
              <a:rPr lang="zh-CN" altLang="en-US" dirty="0" smtClean="0"/>
              <a:t>持续集成，保证版本质量</a:t>
            </a:r>
            <a:endParaRPr lang="en-US" altLang="zh-CN" dirty="0" smtClean="0"/>
          </a:p>
          <a:p>
            <a:r>
              <a:rPr lang="zh-CN" altLang="en-US" dirty="0" smtClean="0"/>
              <a:t>开展</a:t>
            </a:r>
            <a:r>
              <a:rPr lang="en-US" altLang="zh-CN" dirty="0" smtClean="0"/>
              <a:t>SequoiaDB</a:t>
            </a:r>
            <a:r>
              <a:rPr lang="zh-CN" altLang="en-US" dirty="0" smtClean="0"/>
              <a:t>场景测试，从实质角度进行测试 （</a:t>
            </a:r>
            <a:r>
              <a:rPr lang="en-US" altLang="zh-CN" dirty="0" smtClean="0"/>
              <a:t>3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en-US" altLang="zh-CN" dirty="0" smtClean="0"/>
              <a:t>Story</a:t>
            </a:r>
            <a:r>
              <a:rPr lang="zh-CN" altLang="en-US" dirty="0" smtClean="0"/>
              <a:t>开发流程</a:t>
            </a:r>
            <a:endParaRPr lang="en-US" altLang="zh-CN" dirty="0" smtClean="0"/>
          </a:p>
          <a:p>
            <a:r>
              <a:rPr lang="zh-CN" altLang="en-US" dirty="0" smtClean="0"/>
              <a:t>个人需求点反馈和实现机制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优化改进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团队成员发言讨论该版本做的不好的地方，以及好的想法和点子</a:t>
            </a:r>
            <a:endParaRPr lang="en-US" altLang="zh-CN" dirty="0" smtClean="0"/>
          </a:p>
          <a:p>
            <a:r>
              <a:rPr lang="zh-CN" altLang="en-US" dirty="0" smtClean="0"/>
              <a:t>团队成员投票选出</a:t>
            </a:r>
            <a:r>
              <a:rPr lang="en-US" altLang="zh-CN" dirty="0" smtClean="0"/>
              <a:t>TOP3</a:t>
            </a:r>
            <a:r>
              <a:rPr lang="zh-CN" altLang="en-US" dirty="0" smtClean="0"/>
              <a:t>不好的地方和点子</a:t>
            </a:r>
            <a:endParaRPr lang="en-US" altLang="zh-CN" dirty="0" smtClean="0"/>
          </a:p>
          <a:p>
            <a:r>
              <a:rPr lang="zh-CN" altLang="en-US" dirty="0" smtClean="0"/>
              <a:t>团队成员共同讨论</a:t>
            </a:r>
            <a:r>
              <a:rPr lang="en-US" altLang="zh-CN" dirty="0" smtClean="0"/>
              <a:t>TOP3</a:t>
            </a:r>
            <a:r>
              <a:rPr lang="zh-CN" altLang="en-US" dirty="0" smtClean="0"/>
              <a:t>不好的地方的改进点和点子的实施办法，并制订措施，在下一版本改进实施</a:t>
            </a:r>
            <a:endParaRPr lang="en-US" altLang="zh-CN" dirty="0" smtClean="0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优化改进（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zh-CN" altLang="en-US" dirty="0" smtClean="0"/>
              <a:t>发现问题，没有提单  </a:t>
            </a:r>
            <a:r>
              <a:rPr lang="en-US" altLang="zh-CN" dirty="0" smtClean="0"/>
              <a:t>5  -- </a:t>
            </a:r>
            <a:r>
              <a:rPr lang="zh-CN" altLang="en-US" dirty="0" smtClean="0"/>
              <a:t>规范</a:t>
            </a:r>
            <a:r>
              <a:rPr lang="en-US" altLang="zh-CN" dirty="0" smtClean="0"/>
              <a:t>JIRA</a:t>
            </a:r>
            <a:r>
              <a:rPr lang="zh-CN" altLang="en-US" dirty="0" smtClean="0"/>
              <a:t>提单流程</a:t>
            </a:r>
            <a:endParaRPr lang="en-US" altLang="zh-CN" dirty="0" smtClean="0"/>
          </a:p>
          <a:p>
            <a:r>
              <a:rPr lang="zh-CN" altLang="en-US" dirty="0" smtClean="0"/>
              <a:t>资料更新太慢，资料不够详细（建议：文档也在测试范围内）  </a:t>
            </a:r>
            <a:r>
              <a:rPr lang="en-US" altLang="zh-CN" dirty="0" smtClean="0"/>
              <a:t>4</a:t>
            </a:r>
          </a:p>
          <a:p>
            <a:r>
              <a:rPr lang="zh-CN" altLang="en-US" dirty="0" smtClean="0"/>
              <a:t>缺少完整的述语表，很多模块不知道什么意义  </a:t>
            </a:r>
            <a:r>
              <a:rPr lang="en-US" altLang="zh-CN" dirty="0" smtClean="0"/>
              <a:t>5</a:t>
            </a:r>
          </a:p>
          <a:p>
            <a:pPr lvl="1"/>
            <a:r>
              <a:rPr lang="zh-CN" altLang="en-US" dirty="0" smtClean="0"/>
              <a:t>规范</a:t>
            </a:r>
            <a:r>
              <a:rPr lang="en-US" altLang="zh-CN" dirty="0" err="1" smtClean="0"/>
              <a:t>Sequoiadb</a:t>
            </a:r>
            <a:r>
              <a:rPr lang="zh-CN" altLang="en-US" dirty="0" smtClean="0"/>
              <a:t>述语和概念</a:t>
            </a:r>
            <a:endParaRPr lang="en-US" altLang="zh-CN" dirty="0" smtClean="0"/>
          </a:p>
          <a:p>
            <a:r>
              <a:rPr lang="en-US" altLang="zh-CN" dirty="0" smtClean="0"/>
              <a:t>Story</a:t>
            </a:r>
            <a:r>
              <a:rPr lang="zh-CN" altLang="en-US" dirty="0" smtClean="0"/>
              <a:t>设计交流不足，</a:t>
            </a:r>
            <a:r>
              <a:rPr lang="en-US" altLang="zh-CN" dirty="0" smtClean="0"/>
              <a:t>Story</a:t>
            </a:r>
            <a:r>
              <a:rPr lang="zh-CN" altLang="en-US" dirty="0" smtClean="0"/>
              <a:t>开发文档不完善  </a:t>
            </a:r>
            <a:r>
              <a:rPr lang="en-US" altLang="zh-CN" dirty="0" smtClean="0"/>
              <a:t>5</a:t>
            </a:r>
          </a:p>
          <a:p>
            <a:pPr lvl="1"/>
            <a:r>
              <a:rPr lang="zh-CN" altLang="en-US" dirty="0" smtClean="0"/>
              <a:t>彻实落实</a:t>
            </a:r>
            <a:r>
              <a:rPr lang="en-US" altLang="zh-CN" dirty="0" smtClean="0"/>
              <a:t>Story</a:t>
            </a:r>
            <a:r>
              <a:rPr lang="zh-CN" altLang="en-US" dirty="0" smtClean="0"/>
              <a:t>开发流程</a:t>
            </a:r>
            <a:endParaRPr lang="en-US" altLang="zh-CN" dirty="0" smtClean="0"/>
          </a:p>
          <a:p>
            <a:r>
              <a:rPr lang="zh-CN" altLang="en-US" dirty="0" smtClean="0"/>
              <a:t>开发人员提交代码没有写</a:t>
            </a:r>
            <a:r>
              <a:rPr lang="en-US" altLang="zh-CN" dirty="0" smtClean="0"/>
              <a:t>SVN</a:t>
            </a:r>
            <a:r>
              <a:rPr lang="zh-CN" altLang="en-US" dirty="0" smtClean="0"/>
              <a:t>备注 </a:t>
            </a:r>
            <a:r>
              <a:rPr lang="en-US" altLang="zh-CN" dirty="0" smtClean="0"/>
              <a:t>3</a:t>
            </a:r>
          </a:p>
          <a:p>
            <a:r>
              <a:rPr lang="zh-CN" altLang="en-US" dirty="0" smtClean="0"/>
              <a:t>版本中新功能点应提前</a:t>
            </a:r>
            <a:r>
              <a:rPr lang="en-US" altLang="zh-CN" dirty="0" smtClean="0"/>
              <a:t>2</a:t>
            </a:r>
            <a:r>
              <a:rPr lang="zh-CN" altLang="en-US" dirty="0" smtClean="0"/>
              <a:t>到</a:t>
            </a:r>
            <a:r>
              <a:rPr lang="en-US" altLang="zh-CN" dirty="0" smtClean="0"/>
              <a:t>3</a:t>
            </a:r>
            <a:r>
              <a:rPr lang="zh-CN" altLang="en-US" dirty="0" smtClean="0"/>
              <a:t>周测试完成 </a:t>
            </a:r>
            <a:r>
              <a:rPr lang="en-US" altLang="zh-CN" dirty="0" smtClean="0"/>
              <a:t>1</a:t>
            </a:r>
          </a:p>
          <a:p>
            <a:r>
              <a:rPr lang="zh-CN" altLang="en-US" dirty="0" smtClean="0"/>
              <a:t>测试点没有经过评审开始实施，依赖测试人员能力 </a:t>
            </a:r>
            <a:r>
              <a:rPr lang="en-US" altLang="zh-CN" dirty="0" smtClean="0"/>
              <a:t>5</a:t>
            </a:r>
          </a:p>
          <a:p>
            <a:pPr lvl="1"/>
            <a:r>
              <a:rPr lang="zh-CN" altLang="en-US" dirty="0" smtClean="0"/>
              <a:t>完善</a:t>
            </a:r>
            <a:r>
              <a:rPr lang="en-US" altLang="zh-CN" dirty="0" smtClean="0"/>
              <a:t>Story</a:t>
            </a:r>
            <a:r>
              <a:rPr lang="zh-CN" altLang="en-US" dirty="0" smtClean="0"/>
              <a:t>测试流程</a:t>
            </a:r>
            <a:endParaRPr lang="en-US" altLang="zh-CN" dirty="0" smtClean="0"/>
          </a:p>
          <a:p>
            <a:r>
              <a:rPr lang="en-US" altLang="zh-CN" dirty="0" smtClean="0"/>
              <a:t>6</a:t>
            </a:r>
          </a:p>
          <a:p>
            <a:r>
              <a:rPr lang="zh-CN" altLang="en-US" dirty="0" smtClean="0"/>
              <a:t>（建议：周例会经验分享继续下去）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版本荣誉墙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团队成员评选该版本优秀的人物和事迹（成长、积极、主动、贡献、分享等各方面） </a:t>
            </a:r>
            <a:r>
              <a:rPr lang="en-US" altLang="zh-CN" dirty="0" smtClean="0"/>
              <a:t>1~2</a:t>
            </a:r>
            <a:r>
              <a:rPr lang="zh-CN" altLang="en-US" dirty="0" smtClean="0"/>
              <a:t>人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文净 </a:t>
            </a:r>
            <a:r>
              <a:rPr lang="en-US" altLang="zh-CN" dirty="0" smtClean="0"/>
              <a:t>7</a:t>
            </a:r>
          </a:p>
          <a:p>
            <a:pPr lvl="1"/>
            <a:r>
              <a:rPr lang="zh-CN" altLang="en-US" dirty="0" smtClean="0"/>
              <a:t>晓均 </a:t>
            </a:r>
            <a:r>
              <a:rPr lang="en-US" altLang="zh-CN" dirty="0" smtClean="0"/>
              <a:t>8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14480" y="2571744"/>
            <a:ext cx="7286644" cy="1214422"/>
          </a:xfrm>
        </p:spPr>
        <p:txBody>
          <a:bodyPr>
            <a:normAutofit/>
          </a:bodyPr>
          <a:lstStyle/>
          <a:p>
            <a:pPr algn="ctr"/>
            <a:r>
              <a:rPr lang="en-US" altLang="zh-CN" sz="4400" dirty="0" smtClean="0"/>
              <a:t>Thanks</a:t>
            </a:r>
            <a:endParaRPr lang="zh-CN" altLang="en-US" sz="4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equoiaDB">
  <a:themeElements>
    <a:clrScheme name="平衡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SequoiaDB</Template>
  <TotalTime>7819</TotalTime>
  <Words>833</Words>
  <Application>Microsoft Office PowerPoint</Application>
  <PresentationFormat>On-screen Show (4:3)</PresentationFormat>
  <Paragraphs>59</Paragraphs>
  <Slides>9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SequoiaDB</vt:lpstr>
      <vt:lpstr>SequoiaDB 1.8版本回顾会议</vt:lpstr>
      <vt:lpstr>会议流程</vt:lpstr>
      <vt:lpstr>版本总结</vt:lpstr>
      <vt:lpstr>成果巩固</vt:lpstr>
      <vt:lpstr>成果巩固（2）</vt:lpstr>
      <vt:lpstr>优化改进</vt:lpstr>
      <vt:lpstr>优化改进（2）</vt:lpstr>
      <vt:lpstr>版本荣誉墙</vt:lpstr>
      <vt:lpstr>Thanks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SequoiaDB架构总览</dc:title>
  <dc:creator>taoewang</dc:creator>
  <cp:lastModifiedBy>xujianhui</cp:lastModifiedBy>
  <cp:revision>250</cp:revision>
  <dcterms:created xsi:type="dcterms:W3CDTF">2013-11-01T02:43:08Z</dcterms:created>
  <dcterms:modified xsi:type="dcterms:W3CDTF">2014-07-07T10:12:29Z</dcterms:modified>
</cp:coreProperties>
</file>