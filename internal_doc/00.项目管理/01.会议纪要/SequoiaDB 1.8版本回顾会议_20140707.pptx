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9" r:id="rId3"/>
    <p:sldId id="268" r:id="rId4"/>
    <p:sldId id="270" r:id="rId5"/>
    <p:sldId id="271" r:id="rId6"/>
    <p:sldId id="272" r:id="rId7"/>
    <p:sldId id="267" r:id="rId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C0D7"/>
    <a:srgbClr val="339966"/>
    <a:srgbClr val="993366"/>
    <a:srgbClr val="C0BD2D"/>
    <a:srgbClr val="3DAD78"/>
    <a:srgbClr val="E161FF"/>
    <a:srgbClr val="CC00FF"/>
    <a:srgbClr val="3399FF"/>
    <a:srgbClr val="0066FF"/>
    <a:srgbClr val="0033CC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98" d="100"/>
          <a:sy n="98" d="100"/>
        </p:scale>
        <p:origin x="-117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2014/7/7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SequoiaDB</a:t>
            </a:r>
            <a:r>
              <a:rPr lang="zh-CN" altLang="en-US" dirty="0" smtClean="0"/>
              <a:t> </a:t>
            </a:r>
            <a:r>
              <a:rPr lang="en-US" altLang="zh-CN" dirty="0" smtClean="0"/>
              <a:t>1.8</a:t>
            </a:r>
            <a:r>
              <a:rPr lang="zh-CN" altLang="en-US" dirty="0" smtClean="0"/>
              <a:t>版本回顾会议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内</a:t>
            </a:r>
            <a:r>
              <a:rPr lang="zh-CN" altLang="en-US" dirty="0" smtClean="0"/>
              <a:t>部</a:t>
            </a:r>
            <a:r>
              <a:rPr lang="zh-CN" altLang="en-US" dirty="0" smtClean="0"/>
              <a:t>会议</a:t>
            </a:r>
            <a:r>
              <a:rPr lang="zh-CN" altLang="en-US" dirty="0" smtClean="0"/>
              <a:t>资</a:t>
            </a:r>
            <a:r>
              <a:rPr lang="zh-CN" altLang="en-US" dirty="0" smtClean="0"/>
              <a:t>料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会议流程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版本总结（</a:t>
            </a:r>
            <a:r>
              <a:rPr lang="en-US" altLang="zh-CN" dirty="0" smtClean="0"/>
              <a:t>20-25Mins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成果巩固（</a:t>
            </a:r>
            <a:r>
              <a:rPr lang="en-US" altLang="zh-CN" dirty="0" smtClean="0"/>
              <a:t>20-30Mins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优化改进（</a:t>
            </a:r>
            <a:r>
              <a:rPr lang="en-US" altLang="zh-CN" dirty="0" smtClean="0"/>
              <a:t>20-30Mins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版本荣誉墙（</a:t>
            </a:r>
            <a:r>
              <a:rPr lang="en-US" altLang="zh-CN" dirty="0" smtClean="0"/>
              <a:t>5-10Mins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版本总结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回顾版本特性的完成情况，以及版本的质量情况（ </a:t>
            </a:r>
            <a:r>
              <a:rPr lang="en-US" altLang="zh-CN" dirty="0" smtClean="0"/>
              <a:t>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对团队和版本做系统总结（</a:t>
            </a:r>
            <a:r>
              <a:rPr lang="en-US" altLang="zh-CN" dirty="0" smtClean="0"/>
              <a:t>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团队成员发表感言（</a:t>
            </a:r>
            <a:r>
              <a:rPr lang="en-US" altLang="zh-CN" dirty="0" smtClean="0"/>
              <a:t>10-15Mins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endParaRPr lang="en-US" altLang="zh-CN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成果巩固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团队成员发言讨论本版本优秀的实践（开发、培训、流程、活动、设计、质量措施、市场信息等）</a:t>
            </a:r>
            <a:endParaRPr lang="en-US" altLang="zh-CN" dirty="0" smtClean="0"/>
          </a:p>
          <a:p>
            <a:r>
              <a:rPr lang="zh-CN" altLang="en-US" dirty="0" smtClean="0"/>
              <a:t>投票选取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，并制订巩固措施，在下一版本继续发扬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优化改进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团队成员发言讨论该版本做的不好的地方，以及好的想法和点子</a:t>
            </a:r>
            <a:endParaRPr lang="en-US" altLang="zh-CN" dirty="0" smtClean="0"/>
          </a:p>
          <a:p>
            <a:r>
              <a:rPr lang="zh-CN" altLang="en-US" dirty="0" smtClean="0"/>
              <a:t>团队成员投票选出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不好的地方和点子</a:t>
            </a:r>
            <a:endParaRPr lang="en-US" altLang="zh-CN" dirty="0" smtClean="0"/>
          </a:p>
          <a:p>
            <a:r>
              <a:rPr lang="zh-CN" altLang="en-US" dirty="0" smtClean="0"/>
              <a:t>团队成员共同讨论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不好的地方的改进点和点子的实施办法，并制订措施，在下一版本改进实施</a:t>
            </a:r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版本荣誉墙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团队成员评选该版本优秀的人物和事迹（成长、积极、主动、贡献、分享等各方面） </a:t>
            </a:r>
            <a:r>
              <a:rPr lang="en-US" altLang="zh-CN" dirty="0" smtClean="0"/>
              <a:t>1~2</a:t>
            </a:r>
            <a:r>
              <a:rPr lang="zh-CN" altLang="en-US" dirty="0" smtClean="0"/>
              <a:t>人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7713</TotalTime>
  <Words>306</Words>
  <Application>Microsoft Office PowerPoint</Application>
  <PresentationFormat>On-screen Show (4:3)</PresentationFormat>
  <Paragraphs>21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SequoiaDB</vt:lpstr>
      <vt:lpstr>SequoiaDB 1.8版本回顾会议</vt:lpstr>
      <vt:lpstr>会议流程</vt:lpstr>
      <vt:lpstr>版本总结</vt:lpstr>
      <vt:lpstr>成果巩固</vt:lpstr>
      <vt:lpstr>优化改进</vt:lpstr>
      <vt:lpstr>版本荣誉墙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227</cp:revision>
  <dcterms:created xsi:type="dcterms:W3CDTF">2013-11-01T02:43:08Z</dcterms:created>
  <dcterms:modified xsi:type="dcterms:W3CDTF">2014-07-07T06:15:03Z</dcterms:modified>
</cp:coreProperties>
</file>