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68" r:id="rId4"/>
    <p:sldId id="270" r:id="rId5"/>
    <p:sldId id="271" r:id="rId6"/>
    <p:sldId id="272" r:id="rId7"/>
    <p:sldId id="267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13C0D7"/>
    <a:srgbClr val="339966"/>
    <a:srgbClr val="993366"/>
    <a:srgbClr val="C0BD2D"/>
    <a:srgbClr val="3DAD78"/>
    <a:srgbClr val="E161FF"/>
    <a:srgbClr val="CC00FF"/>
    <a:srgbClr val="3399FF"/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4961" autoAdjust="0"/>
  </p:normalViewPr>
  <p:slideViewPr>
    <p:cSldViewPr>
      <p:cViewPr varScale="1">
        <p:scale>
          <a:sx n="87" d="100"/>
          <a:sy n="87" d="100"/>
        </p:scale>
        <p:origin x="-14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2014/11/3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总结：</a:t>
            </a:r>
            <a:r>
              <a:rPr lang="en-US" altLang="zh-CN" dirty="0" smtClean="0"/>
              <a:t>1.10</a:t>
            </a:r>
            <a:r>
              <a:rPr lang="zh-CN" altLang="en-US" dirty="0" smtClean="0"/>
              <a:t>版本在功能开发和质量上都有大幅度提升，整体效率也得到提升。</a:t>
            </a:r>
            <a:r>
              <a:rPr lang="en-US" altLang="zh-CN" dirty="0" smtClean="0"/>
              <a:t>CI</a:t>
            </a:r>
            <a:r>
              <a:rPr lang="zh-CN" altLang="en-US" dirty="0" smtClean="0"/>
              <a:t>持继集成在版本开发的整个过程中运转正常，任何时刻的版本迭代都保证了正确性，都能达到对外发布版本的要求；测试用例的质量和稳定性大幅提升，测</a:t>
            </a:r>
            <a:r>
              <a:rPr lang="zh-CN" altLang="en-US" baseline="0" dirty="0" smtClean="0"/>
              <a:t>试方法，测试的全面性有所改善；但是，我们也发现了许多的问题：人员技能不足，进度估计不准，需求勾通交流不足等，这些是我们需要持续提升和改进的不足点，我们要巩固优秀的实践，在下一版本发扬，也要改进我们的不足，在下一版本探索新的实践，进一步提升版本质量，提升效率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、流程和模块前期设计充分</a:t>
            </a:r>
            <a:endParaRPr lang="en-US" altLang="zh-CN" dirty="0" smtClean="0"/>
          </a:p>
          <a:p>
            <a:r>
              <a:rPr lang="en-US" altLang="zh-CN" b="1" dirty="0" smtClean="0"/>
              <a:t>2</a:t>
            </a:r>
            <a:r>
              <a:rPr lang="zh-CN" altLang="en-US" b="1" dirty="0" smtClean="0"/>
              <a:t>、发现问题及时讨论 </a:t>
            </a:r>
            <a:r>
              <a:rPr lang="en-US" altLang="zh-CN" b="1" dirty="0" smtClean="0"/>
              <a:t>+2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CI</a:t>
            </a:r>
            <a:r>
              <a:rPr lang="zh-CN" altLang="en-US" dirty="0" smtClean="0"/>
              <a:t>及时补充测试用例</a:t>
            </a:r>
            <a:endParaRPr lang="en-US" altLang="zh-CN" dirty="0" smtClean="0"/>
          </a:p>
          <a:p>
            <a:r>
              <a:rPr lang="en-US" altLang="zh-CN" b="1" dirty="0" smtClean="0"/>
              <a:t>4</a:t>
            </a:r>
            <a:r>
              <a:rPr lang="zh-CN" altLang="en-US" b="1" dirty="0" smtClean="0"/>
              <a:t>、代码流程培训 </a:t>
            </a:r>
            <a:r>
              <a:rPr lang="en-US" altLang="zh-CN" b="1" dirty="0" smtClean="0"/>
              <a:t>+2</a:t>
            </a:r>
          </a:p>
          <a:p>
            <a:r>
              <a:rPr lang="en-US" altLang="zh-CN" b="1" dirty="0" smtClean="0"/>
              <a:t>5</a:t>
            </a:r>
            <a:r>
              <a:rPr lang="zh-CN" altLang="en-US" b="1" dirty="0" smtClean="0"/>
              <a:t>、开发前对功能的设计培训</a:t>
            </a:r>
            <a:endParaRPr lang="en-US" altLang="zh-CN" b="1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、提单及问题修改的规范性</a:t>
            </a:r>
            <a:endParaRPr lang="en-US" altLang="zh-CN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、出现问题及时提单</a:t>
            </a:r>
            <a:endParaRPr lang="en-US" altLang="zh-CN" dirty="0" smtClean="0"/>
          </a:p>
          <a:p>
            <a:r>
              <a:rPr lang="en-US" altLang="zh-CN" dirty="0" smtClean="0"/>
              <a:t>9</a:t>
            </a:r>
            <a:r>
              <a:rPr lang="zh-CN" altLang="en-US" dirty="0" smtClean="0"/>
              <a:t>、以用户角度看问题的意识加强</a:t>
            </a:r>
            <a:endParaRPr lang="en-US" altLang="zh-CN" dirty="0" smtClean="0"/>
          </a:p>
          <a:p>
            <a:r>
              <a:rPr lang="en-US" altLang="zh-CN" dirty="0" smtClean="0"/>
              <a:t>10</a:t>
            </a:r>
            <a:r>
              <a:rPr lang="zh-CN" altLang="en-US" dirty="0" smtClean="0"/>
              <a:t>、开发节奏比上一版本加强</a:t>
            </a:r>
            <a:endParaRPr lang="en-US" altLang="zh-CN" dirty="0" smtClean="0"/>
          </a:p>
          <a:p>
            <a:r>
              <a:rPr lang="en-US" altLang="zh-CN" dirty="0" smtClean="0"/>
              <a:t>11</a:t>
            </a:r>
            <a:r>
              <a:rPr lang="zh-CN" altLang="en-US" dirty="0" smtClean="0"/>
              <a:t>、代码模块较上版本清淅</a:t>
            </a:r>
            <a:endParaRPr lang="en-US" altLang="zh-CN" dirty="0" smtClean="0"/>
          </a:p>
          <a:p>
            <a:r>
              <a:rPr lang="en-US" altLang="zh-CN" dirty="0" smtClean="0"/>
              <a:t>12</a:t>
            </a:r>
            <a:r>
              <a:rPr lang="zh-CN" altLang="en-US" dirty="0" smtClean="0"/>
              <a:t>、测试用例讨论会很关键</a:t>
            </a:r>
            <a:endParaRPr lang="en-US" altLang="zh-CN" dirty="0" smtClean="0"/>
          </a:p>
          <a:p>
            <a:r>
              <a:rPr lang="en-US" altLang="zh-CN" dirty="0" smtClean="0"/>
              <a:t>13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CI</a:t>
            </a:r>
            <a:r>
              <a:rPr lang="zh-CN" altLang="en-US" dirty="0" smtClean="0"/>
              <a:t>容错性提升，测试性能提升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1</a:t>
            </a:r>
            <a:r>
              <a:rPr lang="zh-CN" altLang="en-US" b="1" dirty="0" smtClean="0"/>
              <a:t>、对外界使用数据库的了解很少  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售前人员定期分享客户经验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、引擎代码内核阅读需要花很多时间</a:t>
            </a:r>
            <a:endParaRPr lang="en-US" altLang="zh-CN" dirty="0" smtClean="0"/>
          </a:p>
          <a:p>
            <a:r>
              <a:rPr lang="en-US" altLang="zh-CN" b="1" dirty="0" smtClean="0"/>
              <a:t>4</a:t>
            </a:r>
            <a:r>
              <a:rPr lang="zh-CN" altLang="en-US" b="1" dirty="0" smtClean="0"/>
              <a:t>、</a:t>
            </a:r>
            <a:r>
              <a:rPr lang="zh-CN" altLang="en-US" b="1" dirty="0" smtClean="0"/>
              <a:t>测试维度不够，对功能理解不够深刻</a:t>
            </a:r>
            <a:r>
              <a:rPr lang="zh-CN" altLang="en-US" b="1" dirty="0" smtClean="0"/>
              <a:t>，测试方法和技巧需要加强；</a:t>
            </a:r>
            <a:r>
              <a:rPr lang="zh-CN" altLang="en-US" b="1" dirty="0" smtClean="0"/>
              <a:t>测试用例重点需要转变，需要设计复杂场景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测试方法培训和讨论</a:t>
            </a:r>
            <a:endParaRPr lang="en-US" altLang="zh-CN" b="1" dirty="0" smtClean="0"/>
          </a:p>
          <a:p>
            <a:r>
              <a:rPr lang="en-US" altLang="zh-CN" b="1" dirty="0" smtClean="0"/>
              <a:t>5</a:t>
            </a:r>
            <a:r>
              <a:rPr lang="zh-CN" altLang="en-US" b="1" dirty="0" smtClean="0"/>
              <a:t>、进度控制不够理想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开发任务细化， 出问进度风险及时沟通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、不同模块工作之间的交流太少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多动手使用</a:t>
            </a:r>
            <a:endParaRPr lang="en-US" altLang="zh-CN" b="1" dirty="0" smtClean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、开发需求缺乏文档，导致不能完全理解功能  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沟通、重要考虑项和要求需要明确，使用场景要明确</a:t>
            </a:r>
            <a:endParaRPr lang="en-US" altLang="zh-CN" b="1" dirty="0" smtClean="0"/>
          </a:p>
          <a:p>
            <a:r>
              <a:rPr lang="en-US" altLang="zh-CN" dirty="0" smtClean="0"/>
              <a:t>8</a:t>
            </a:r>
            <a:r>
              <a:rPr lang="zh-CN" altLang="en-US" dirty="0" smtClean="0"/>
              <a:t>、希望能加强文档的迭代，很多新加入的功能非本人很难知道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功能完成要及时更新资料，在问题单确认关闭时需要加上资料项</a:t>
            </a:r>
            <a:endParaRPr lang="en-US" altLang="zh-CN" b="1" dirty="0" smtClean="0"/>
          </a:p>
          <a:p>
            <a:r>
              <a:rPr lang="en-US" altLang="zh-CN" dirty="0" smtClean="0"/>
              <a:t>9</a:t>
            </a:r>
            <a:r>
              <a:rPr lang="zh-CN" altLang="en-US" dirty="0" smtClean="0"/>
              <a:t>、设计目标没有对齐，代码没有设计，返工现象存在，代码异常考虑不全  </a:t>
            </a:r>
            <a:r>
              <a:rPr lang="en-US" altLang="zh-CN" dirty="0" smtClean="0"/>
              <a:t>---</a:t>
            </a:r>
            <a:r>
              <a:rPr lang="en-US" altLang="zh-CN" b="1" dirty="0" smtClean="0"/>
              <a:t>Story</a:t>
            </a:r>
            <a:r>
              <a:rPr lang="zh-CN" altLang="en-US" b="1" dirty="0" smtClean="0"/>
              <a:t>开发流程遵守</a:t>
            </a:r>
            <a:endParaRPr lang="en-US" altLang="zh-CN" b="1" dirty="0" smtClean="0"/>
          </a:p>
          <a:p>
            <a:r>
              <a:rPr lang="en-US" altLang="zh-CN" dirty="0" smtClean="0"/>
              <a:t>11</a:t>
            </a:r>
            <a:r>
              <a:rPr lang="zh-CN" altLang="en-US" dirty="0" smtClean="0"/>
              <a:t>、有价值的实践文档不足  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开发人员要分享相应功能的实践文档</a:t>
            </a:r>
            <a:endParaRPr lang="en-US" altLang="zh-CN" b="1" dirty="0" smtClean="0"/>
          </a:p>
          <a:p>
            <a:r>
              <a:rPr lang="en-US" altLang="zh-CN" b="0" dirty="0" smtClean="0"/>
              <a:t>12</a:t>
            </a:r>
            <a:r>
              <a:rPr lang="zh-CN" altLang="en-US" b="0" dirty="0" smtClean="0"/>
              <a:t>、培训场次有待增加 </a:t>
            </a:r>
            <a:r>
              <a:rPr lang="en-US" altLang="zh-CN" b="0" dirty="0" smtClean="0"/>
              <a:t>+1   ---</a:t>
            </a:r>
          </a:p>
          <a:p>
            <a:r>
              <a:rPr lang="en-US" altLang="zh-CN" dirty="0" smtClean="0"/>
              <a:t>13</a:t>
            </a:r>
            <a:r>
              <a:rPr lang="zh-CN" altLang="en-US" dirty="0" smtClean="0"/>
              <a:t>、前后端人员不足 </a:t>
            </a:r>
            <a:r>
              <a:rPr lang="en-US" altLang="zh-CN" dirty="0" smtClean="0"/>
              <a:t>+1</a:t>
            </a:r>
          </a:p>
          <a:p>
            <a:r>
              <a:rPr lang="en-US" altLang="zh-CN" dirty="0" smtClean="0"/>
              <a:t>15</a:t>
            </a:r>
            <a:r>
              <a:rPr lang="zh-CN" altLang="en-US" dirty="0" smtClean="0"/>
              <a:t>、文档不够易用   </a:t>
            </a:r>
            <a:r>
              <a:rPr lang="en-US" altLang="zh-CN" dirty="0" smtClean="0"/>
              <a:t>---</a:t>
            </a:r>
            <a:r>
              <a:rPr lang="zh-CN" altLang="en-US" b="1" dirty="0" smtClean="0"/>
              <a:t>交叉验证</a:t>
            </a:r>
            <a:endParaRPr lang="en-US" altLang="zh-CN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 </a:t>
            </a:r>
            <a:r>
              <a:rPr lang="en-US" altLang="zh-CN" dirty="0" smtClean="0"/>
              <a:t>1.10</a:t>
            </a:r>
            <a:r>
              <a:rPr lang="zh-CN" altLang="en-US" dirty="0" smtClean="0"/>
              <a:t>版本回顾会议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内部会议资料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会议流程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版本总结（</a:t>
            </a:r>
            <a:r>
              <a:rPr lang="en-US" altLang="zh-CN" dirty="0" smtClean="0"/>
              <a:t>20-25Mins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成果巩固（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优化改进（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版本荣誉墙（</a:t>
            </a:r>
            <a:r>
              <a:rPr lang="en-US" altLang="zh-CN" dirty="0" smtClean="0"/>
              <a:t>5-10Mins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版本总结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回顾版本特性的完成情况，以及版本的质量情况（ </a:t>
            </a:r>
            <a:r>
              <a:rPr lang="en-US" altLang="zh-CN" dirty="0" smtClean="0"/>
              <a:t>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对团队和版本做系统总结（</a:t>
            </a:r>
            <a:r>
              <a:rPr lang="en-US" altLang="zh-CN" dirty="0" smtClean="0"/>
              <a:t>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团队成员发表感言（</a:t>
            </a:r>
            <a:r>
              <a:rPr lang="en-US" altLang="zh-CN" dirty="0" smtClean="0"/>
              <a:t>10-15Mins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成果巩固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团队成员发言讨论本版本优秀的实践（开发、培训、流程、活动、设计、质量措施、市场信息等）</a:t>
            </a:r>
            <a:endParaRPr lang="en-US" altLang="zh-CN" dirty="0" smtClean="0"/>
          </a:p>
          <a:p>
            <a:r>
              <a:rPr lang="zh-CN" altLang="en-US" dirty="0" smtClean="0"/>
              <a:t>投票选取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，并制订巩固措施，在下一版本继续发</a:t>
            </a:r>
            <a:r>
              <a:rPr lang="zh-CN" altLang="en-US" dirty="0" smtClean="0"/>
              <a:t>扬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发现问题，及时沟通和讨论，不要一个人埋头苦想，要讲究团队精神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继续开展流程、设计、代码等培训，增加大家对系统的熟悉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继续遵守和细化</a:t>
            </a:r>
            <a:r>
              <a:rPr lang="en-US" altLang="zh-CN" b="1" dirty="0" smtClean="0">
                <a:solidFill>
                  <a:srgbClr val="000099"/>
                </a:solidFill>
              </a:rPr>
              <a:t>Story</a:t>
            </a:r>
            <a:r>
              <a:rPr lang="zh-CN" altLang="en-US" b="1" dirty="0" smtClean="0">
                <a:solidFill>
                  <a:srgbClr val="000099"/>
                </a:solidFill>
              </a:rPr>
              <a:t>开发流程，做好开发前的设计工作，细化开发前的测试项，充分讨论和沟通，确保开发效率</a:t>
            </a:r>
            <a:endParaRPr lang="zh-CN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优化改进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团队成员发言讨论该版本做的不好的地方，以及好的想法和点子</a:t>
            </a:r>
            <a:endParaRPr lang="en-US" altLang="zh-CN" dirty="0" smtClean="0"/>
          </a:p>
          <a:p>
            <a:r>
              <a:rPr lang="zh-CN" altLang="en-US" dirty="0" smtClean="0"/>
              <a:t>团队成员投票选出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不好的地方和点子</a:t>
            </a:r>
            <a:endParaRPr lang="en-US" altLang="zh-CN" dirty="0" smtClean="0"/>
          </a:p>
          <a:p>
            <a:r>
              <a:rPr lang="zh-CN" altLang="en-US" dirty="0" smtClean="0"/>
              <a:t>团队成员共同讨论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不好的地方的改进点和点子的实施办法，并制订措施，在下一版本改进实</a:t>
            </a:r>
            <a:r>
              <a:rPr lang="zh-CN" altLang="en-US" dirty="0" smtClean="0"/>
              <a:t>施</a:t>
            </a:r>
            <a:endParaRPr lang="en-US" altLang="zh-CN" dirty="0" smtClean="0"/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开展对开发人员外部使用场景的交流培训，售前人员需要总结支撑和大会报告，定期与开发人员交流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探索和细化测试方法，开展培训交流，深化测试面，提升测试人员技能技巧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000099"/>
                </a:solidFill>
              </a:rPr>
              <a:t>开发任务要细化到周，要及时反馈风险；出现问题和开展重构要及时沟通，确保进度</a:t>
            </a:r>
            <a:endParaRPr lang="en-US" altLang="zh-CN" b="1" dirty="0" smtClean="0">
              <a:solidFill>
                <a:srgbClr val="000099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版本荣誉墙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团队成员评选该版本优秀的人物和事迹（成长、积极、主动、贡献、分享等各方面） </a:t>
            </a:r>
            <a:r>
              <a:rPr lang="en-US" altLang="zh-CN" dirty="0" smtClean="0"/>
              <a:t>1~4</a:t>
            </a:r>
            <a:r>
              <a:rPr lang="zh-CN" altLang="en-US" dirty="0" smtClean="0"/>
              <a:t>人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8901</TotalTime>
  <Words>1271</Words>
  <Application>Microsoft Office PowerPoint</Application>
  <PresentationFormat>On-screen Show (4:3)</PresentationFormat>
  <Paragraphs>56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SequoiaDB</vt:lpstr>
      <vt:lpstr>SequoiaDB 1.10版本回顾会议</vt:lpstr>
      <vt:lpstr>会议流程</vt:lpstr>
      <vt:lpstr>版本总结</vt:lpstr>
      <vt:lpstr>成果巩固</vt:lpstr>
      <vt:lpstr>优化改进</vt:lpstr>
      <vt:lpstr>版本荣誉墙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266</cp:revision>
  <dcterms:created xsi:type="dcterms:W3CDTF">2013-11-01T02:43:08Z</dcterms:created>
  <dcterms:modified xsi:type="dcterms:W3CDTF">2014-11-04T03:17:49Z</dcterms:modified>
</cp:coreProperties>
</file>