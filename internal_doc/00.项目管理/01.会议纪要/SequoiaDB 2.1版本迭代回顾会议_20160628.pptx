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9" r:id="rId3"/>
    <p:sldId id="268" r:id="rId4"/>
    <p:sldId id="270" r:id="rId5"/>
    <p:sldId id="271" r:id="rId6"/>
    <p:sldId id="272" r:id="rId7"/>
    <p:sldId id="267" r:id="rId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13C0D7"/>
    <a:srgbClr val="339966"/>
    <a:srgbClr val="993366"/>
    <a:srgbClr val="C0BD2D"/>
    <a:srgbClr val="3DAD78"/>
    <a:srgbClr val="E161FF"/>
    <a:srgbClr val="CC00FF"/>
    <a:srgbClr val="3399FF"/>
    <a:srgbClr val="0066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86729" autoAdjust="0"/>
  </p:normalViewPr>
  <p:slideViewPr>
    <p:cSldViewPr>
      <p:cViewPr>
        <p:scale>
          <a:sx n="90" d="100"/>
          <a:sy n="90" d="100"/>
        </p:scale>
        <p:origin x="-2250" y="-5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E46FB-0C22-4315-8E08-4C5C8B3D1168}" type="datetimeFigureOut">
              <a:rPr lang="zh-CN" altLang="en-US" smtClean="0"/>
              <a:pPr/>
              <a:t>2016/6/28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DED305-2F38-4124-B22A-2A7AC7C037B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DED305-2F38-4124-B22A-2A7AC7C037B9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DED305-2F38-4124-B22A-2A7AC7C037B9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b="0" dirty="0" smtClean="0"/>
              <a:t>1</a:t>
            </a:r>
            <a:r>
              <a:rPr lang="zh-CN" altLang="en-US" b="0" dirty="0" smtClean="0"/>
              <a:t>、</a:t>
            </a:r>
            <a:r>
              <a:rPr lang="en-US" altLang="zh-CN" b="0" dirty="0" smtClean="0"/>
              <a:t>Story</a:t>
            </a:r>
            <a:r>
              <a:rPr lang="zh-CN" altLang="en-US" b="0" dirty="0" smtClean="0"/>
              <a:t>结对开发和测试缺少沟通，没有及时对进</a:t>
            </a:r>
            <a:r>
              <a:rPr lang="zh-CN" altLang="en-US" b="0" baseline="0" dirty="0" smtClean="0"/>
              <a:t>度进行相互了解讨论</a:t>
            </a:r>
            <a:endParaRPr lang="en-US" altLang="zh-CN" b="0" baseline="0" dirty="0" smtClean="0"/>
          </a:p>
          <a:p>
            <a:r>
              <a:rPr lang="en-US" altLang="zh-CN" b="0" baseline="0" dirty="0" smtClean="0"/>
              <a:t>   --</a:t>
            </a:r>
            <a:r>
              <a:rPr lang="zh-CN" altLang="en-US" b="0" baseline="0" dirty="0" smtClean="0"/>
              <a:t>站会中对于</a:t>
            </a:r>
            <a:r>
              <a:rPr lang="en-US" altLang="zh-CN" b="0" baseline="0" dirty="0" smtClean="0"/>
              <a:t>story</a:t>
            </a:r>
            <a:r>
              <a:rPr lang="zh-CN" altLang="en-US" b="0" baseline="0" dirty="0" smtClean="0"/>
              <a:t>需要反馈对方（开发</a:t>
            </a:r>
            <a:r>
              <a:rPr lang="en-US" altLang="zh-CN" b="0" baseline="0" dirty="0" smtClean="0"/>
              <a:t>/</a:t>
            </a:r>
            <a:r>
              <a:rPr lang="zh-CN" altLang="en-US" b="0" baseline="0" dirty="0" smtClean="0"/>
              <a:t>测试）当前的进度</a:t>
            </a:r>
            <a:endParaRPr lang="en-US" altLang="zh-CN" b="0" baseline="0" dirty="0" smtClean="0"/>
          </a:p>
          <a:p>
            <a:r>
              <a:rPr lang="en-US" altLang="zh-CN" b="0" baseline="0" dirty="0" smtClean="0"/>
              <a:t>   --Story</a:t>
            </a:r>
            <a:r>
              <a:rPr lang="zh-CN" altLang="en-US" b="0" baseline="0" dirty="0" smtClean="0"/>
              <a:t>白板墙</a:t>
            </a:r>
            <a:endParaRPr lang="en-US" altLang="zh-CN" b="0" baseline="0" dirty="0" smtClean="0"/>
          </a:p>
          <a:p>
            <a:endParaRPr lang="en-US" altLang="zh-CN" b="0" baseline="0" dirty="0" smtClean="0"/>
          </a:p>
          <a:p>
            <a:r>
              <a:rPr lang="en-US" altLang="zh-CN" b="0" baseline="0" dirty="0" smtClean="0"/>
              <a:t>2*</a:t>
            </a:r>
            <a:r>
              <a:rPr lang="zh-CN" altLang="en-US" b="0" baseline="0" dirty="0" smtClean="0"/>
              <a:t>、问题单的处理周期长，需要及时解决</a:t>
            </a:r>
            <a:endParaRPr lang="en-US" altLang="zh-CN" b="0" baseline="0" dirty="0" smtClean="0"/>
          </a:p>
          <a:p>
            <a:r>
              <a:rPr lang="en-US" altLang="zh-CN" b="0" baseline="0" dirty="0" smtClean="0"/>
              <a:t>   ----</a:t>
            </a:r>
            <a:r>
              <a:rPr lang="zh-CN" altLang="en-US" b="0" baseline="0" dirty="0" smtClean="0"/>
              <a:t>后续的问题单</a:t>
            </a:r>
            <a:endParaRPr lang="en-US" altLang="zh-CN" b="0" baseline="0" dirty="0" smtClean="0"/>
          </a:p>
          <a:p>
            <a:r>
              <a:rPr lang="en-US" altLang="zh-CN" b="0" baseline="0" dirty="0" smtClean="0"/>
              <a:t>   --</a:t>
            </a:r>
            <a:r>
              <a:rPr lang="zh-CN" altLang="en-US" b="0" baseline="0" dirty="0" smtClean="0"/>
              <a:t>问题单分发环节需要每</a:t>
            </a:r>
            <a:r>
              <a:rPr lang="en-US" altLang="zh-CN" b="0" baseline="0" dirty="0" smtClean="0"/>
              <a:t>3</a:t>
            </a:r>
            <a:r>
              <a:rPr lang="zh-CN" altLang="en-US" b="0" baseline="0" dirty="0" smtClean="0"/>
              <a:t>天一清</a:t>
            </a:r>
            <a:endParaRPr lang="en-US" altLang="zh-CN" b="0" baseline="0" dirty="0" smtClean="0"/>
          </a:p>
          <a:p>
            <a:r>
              <a:rPr lang="en-US" altLang="zh-CN" b="0" baseline="0" dirty="0" smtClean="0"/>
              <a:t>   --</a:t>
            </a:r>
            <a:r>
              <a:rPr lang="zh-CN" altLang="en-US" b="0" baseline="0" dirty="0" smtClean="0"/>
              <a:t>问题单处理环节需要每</a:t>
            </a:r>
            <a:r>
              <a:rPr lang="en-US" altLang="zh-CN" b="0" baseline="0" dirty="0" smtClean="0"/>
              <a:t>7</a:t>
            </a:r>
            <a:r>
              <a:rPr lang="zh-CN" altLang="en-US" b="0" baseline="0" dirty="0" smtClean="0"/>
              <a:t>天一备注</a:t>
            </a:r>
            <a:endParaRPr lang="en-US" altLang="zh-CN" b="0" baseline="0" dirty="0" smtClean="0"/>
          </a:p>
          <a:p>
            <a:endParaRPr lang="en-US" altLang="zh-CN" b="0" baseline="0" dirty="0" smtClean="0"/>
          </a:p>
          <a:p>
            <a:r>
              <a:rPr lang="en-US" altLang="zh-CN" b="0" baseline="0" dirty="0" smtClean="0"/>
              <a:t>4</a:t>
            </a:r>
            <a:r>
              <a:rPr lang="zh-CN" altLang="en-US" b="0" baseline="0" dirty="0" smtClean="0"/>
              <a:t>、</a:t>
            </a:r>
            <a:r>
              <a:rPr lang="en-US" altLang="zh-CN" b="0" baseline="0" dirty="0" smtClean="0"/>
              <a:t>Story</a:t>
            </a:r>
            <a:r>
              <a:rPr lang="zh-CN" altLang="en-US" b="0" baseline="0" dirty="0" smtClean="0"/>
              <a:t>功能划分过大，需要控制在</a:t>
            </a:r>
            <a:r>
              <a:rPr lang="en-US" altLang="zh-CN" b="0" baseline="0" dirty="0" smtClean="0"/>
              <a:t>2</a:t>
            </a:r>
            <a:r>
              <a:rPr lang="zh-CN" altLang="en-US" b="0" baseline="0" dirty="0" smtClean="0"/>
              <a:t>个星期内完成</a:t>
            </a:r>
            <a:endParaRPr lang="en-US" altLang="zh-CN" b="0" baseline="0" dirty="0" smtClean="0"/>
          </a:p>
          <a:p>
            <a:r>
              <a:rPr lang="en-US" altLang="zh-CN" b="0" baseline="0" dirty="0" smtClean="0"/>
              <a:t>   --</a:t>
            </a:r>
            <a:r>
              <a:rPr lang="zh-CN" altLang="en-US" b="0" baseline="0" dirty="0" smtClean="0"/>
              <a:t>在</a:t>
            </a:r>
            <a:r>
              <a:rPr lang="en-US" altLang="zh-CN" b="0" baseline="0" dirty="0" smtClean="0"/>
              <a:t>Story</a:t>
            </a:r>
            <a:r>
              <a:rPr lang="zh-CN" altLang="en-US" b="0" baseline="0" dirty="0" smtClean="0"/>
              <a:t>计划上进行讨论</a:t>
            </a:r>
            <a:endParaRPr lang="en-US" altLang="zh-CN" b="0" baseline="0" dirty="0" smtClean="0"/>
          </a:p>
          <a:p>
            <a:endParaRPr lang="en-US" altLang="zh-CN" b="0" baseline="0" dirty="0" smtClean="0"/>
          </a:p>
          <a:p>
            <a:r>
              <a:rPr lang="en-US" altLang="zh-CN" b="0" baseline="0" dirty="0" smtClean="0"/>
              <a:t>5*</a:t>
            </a:r>
            <a:r>
              <a:rPr lang="zh-CN" altLang="en-US" b="0" baseline="0" dirty="0" smtClean="0"/>
              <a:t>、</a:t>
            </a:r>
            <a:r>
              <a:rPr lang="en-US" altLang="zh-CN" b="0" baseline="0" dirty="0" smtClean="0"/>
              <a:t>Story</a:t>
            </a:r>
            <a:r>
              <a:rPr lang="zh-CN" altLang="en-US" b="0" baseline="0" dirty="0" smtClean="0"/>
              <a:t>迭代需要预留迭代测试时间</a:t>
            </a:r>
            <a:endParaRPr lang="en-US" altLang="zh-CN" b="0" baseline="0" dirty="0" smtClean="0"/>
          </a:p>
          <a:p>
            <a:r>
              <a:rPr lang="en-US" altLang="zh-CN" b="0" baseline="0" dirty="0" smtClean="0"/>
              <a:t>   --</a:t>
            </a:r>
            <a:r>
              <a:rPr lang="zh-CN" altLang="en-US" b="0" baseline="0" dirty="0" smtClean="0"/>
              <a:t>预留</a:t>
            </a:r>
            <a:r>
              <a:rPr lang="en-US" altLang="zh-CN" b="0" baseline="0" dirty="0" smtClean="0"/>
              <a:t>1</a:t>
            </a:r>
            <a:r>
              <a:rPr lang="zh-CN" altLang="en-US" b="0" baseline="0" dirty="0" smtClean="0"/>
              <a:t>周时间作为问题单的处理</a:t>
            </a:r>
            <a:endParaRPr lang="en-US" altLang="zh-CN" b="0" baseline="0" dirty="0" smtClean="0"/>
          </a:p>
          <a:p>
            <a:endParaRPr lang="en-US" altLang="zh-CN" b="0" baseline="0" dirty="0" smtClean="0"/>
          </a:p>
          <a:p>
            <a:r>
              <a:rPr lang="en-US" altLang="zh-CN" b="0" baseline="0" dirty="0" smtClean="0"/>
              <a:t>6*</a:t>
            </a:r>
            <a:r>
              <a:rPr lang="zh-CN" altLang="en-US" b="0" baseline="0" dirty="0" smtClean="0"/>
              <a:t>、</a:t>
            </a:r>
            <a:r>
              <a:rPr lang="en-US" altLang="zh-CN" b="0" baseline="0" dirty="0" smtClean="0"/>
              <a:t>Story</a:t>
            </a:r>
            <a:r>
              <a:rPr lang="zh-CN" altLang="en-US" b="0" baseline="0" dirty="0" smtClean="0"/>
              <a:t>的工作量和进度评估偏差大，需要提高精准性</a:t>
            </a:r>
            <a:endParaRPr lang="en-US" altLang="zh-CN" b="0" baseline="0" dirty="0" smtClean="0"/>
          </a:p>
          <a:p>
            <a:r>
              <a:rPr lang="en-US" altLang="zh-CN" b="0" baseline="0" dirty="0" smtClean="0"/>
              <a:t>   --Story</a:t>
            </a:r>
            <a:r>
              <a:rPr lang="zh-CN" altLang="en-US" b="0" baseline="0" dirty="0" smtClean="0"/>
              <a:t>工作量和进度，开始时间交由开发人员自己评估，逐一讨论</a:t>
            </a:r>
            <a:endParaRPr lang="en-US" altLang="zh-CN" b="0" baseline="0" dirty="0" smtClean="0"/>
          </a:p>
          <a:p>
            <a:endParaRPr lang="en-US" altLang="zh-CN" b="0" baseline="0" dirty="0" smtClean="0"/>
          </a:p>
          <a:p>
            <a:r>
              <a:rPr lang="en-US" altLang="zh-CN" b="0" baseline="0" dirty="0" smtClean="0"/>
              <a:t>7</a:t>
            </a:r>
            <a:r>
              <a:rPr lang="zh-CN" altLang="en-US" b="0" baseline="0" dirty="0" smtClean="0"/>
              <a:t>、需求不够明确</a:t>
            </a:r>
            <a:endParaRPr lang="en-US" altLang="zh-CN" b="0" baseline="0" dirty="0" smtClean="0"/>
          </a:p>
          <a:p>
            <a:r>
              <a:rPr lang="en-US" altLang="zh-CN" b="0" baseline="0" dirty="0" smtClean="0"/>
              <a:t>   --</a:t>
            </a:r>
            <a:r>
              <a:rPr lang="zh-CN" altLang="en-US" b="0" baseline="0" dirty="0" smtClean="0"/>
              <a:t>需求明确到具体的功能要求点，约束，限制，使用背景</a:t>
            </a:r>
            <a:endParaRPr lang="en-US" altLang="zh-CN" b="0" baseline="0" dirty="0" smtClean="0"/>
          </a:p>
          <a:p>
            <a:r>
              <a:rPr lang="en-US" altLang="zh-CN" b="0" baseline="0" dirty="0" smtClean="0"/>
              <a:t>   --</a:t>
            </a:r>
            <a:r>
              <a:rPr lang="zh-CN" altLang="en-US" b="0" baseline="0" dirty="0" smtClean="0"/>
              <a:t>需求不清楚时需要及时讨论</a:t>
            </a:r>
            <a:endParaRPr lang="en-US" altLang="zh-CN" b="0" baseline="0" dirty="0" smtClean="0"/>
          </a:p>
          <a:p>
            <a:endParaRPr lang="en-US" altLang="zh-CN" b="0" baseline="0" dirty="0" smtClean="0"/>
          </a:p>
          <a:p>
            <a:r>
              <a:rPr lang="en-US" altLang="zh-CN" b="0" baseline="0" dirty="0" smtClean="0"/>
              <a:t>10</a:t>
            </a:r>
            <a:r>
              <a:rPr lang="zh-CN" altLang="en-US" b="0" baseline="0" dirty="0" smtClean="0"/>
              <a:t>、问题单中缺少重现步骤说明</a:t>
            </a:r>
            <a:endParaRPr lang="en-US" altLang="zh-CN" b="0" baseline="0" dirty="0" smtClean="0"/>
          </a:p>
          <a:p>
            <a:r>
              <a:rPr lang="en-US" altLang="zh-CN" b="0" baseline="0" dirty="0" smtClean="0"/>
              <a:t>    ---</a:t>
            </a:r>
            <a:r>
              <a:rPr lang="zh-CN" altLang="en-US" b="0" baseline="0" dirty="0" smtClean="0"/>
              <a:t>问题单</a:t>
            </a:r>
            <a:r>
              <a:rPr lang="en-US" altLang="zh-CN" b="0" baseline="0" dirty="0" smtClean="0"/>
              <a:t>Checklist</a:t>
            </a:r>
            <a:r>
              <a:rPr lang="zh-CN" altLang="en-US" b="0" baseline="0" dirty="0" smtClean="0"/>
              <a:t>中增加“重现方法”</a:t>
            </a:r>
            <a:endParaRPr lang="en-US" altLang="zh-CN" b="0" baseline="0" dirty="0" smtClean="0"/>
          </a:p>
          <a:p>
            <a:endParaRPr lang="en-US" altLang="zh-CN" b="0" baseline="0" dirty="0" smtClean="0"/>
          </a:p>
          <a:p>
            <a:r>
              <a:rPr lang="en-US" altLang="zh-CN" b="0" baseline="0" dirty="0" smtClean="0"/>
              <a:t>8</a:t>
            </a:r>
            <a:r>
              <a:rPr lang="zh-CN" altLang="en-US" b="0" baseline="0" dirty="0" smtClean="0"/>
              <a:t>、临时任务多</a:t>
            </a:r>
            <a:endParaRPr lang="en-US" altLang="zh-CN" b="0" baseline="0" dirty="0" smtClean="0"/>
          </a:p>
          <a:p>
            <a:r>
              <a:rPr lang="en-US" altLang="zh-CN" b="0" baseline="0" dirty="0" smtClean="0"/>
              <a:t>   --</a:t>
            </a:r>
          </a:p>
          <a:p>
            <a:endParaRPr lang="en-US" altLang="zh-CN" b="0" baseline="0" dirty="0" smtClean="0"/>
          </a:p>
          <a:p>
            <a:r>
              <a:rPr lang="en-US" altLang="zh-CN" b="0" baseline="0" dirty="0" smtClean="0"/>
              <a:t>9</a:t>
            </a:r>
            <a:r>
              <a:rPr lang="zh-CN" altLang="en-US" b="0" baseline="0" dirty="0" smtClean="0"/>
              <a:t>、设计不到位，多次返工进度延迟</a:t>
            </a:r>
            <a:endParaRPr lang="en-US" altLang="zh-CN" b="0" baseline="0" dirty="0" smtClean="0"/>
          </a:p>
          <a:p>
            <a:r>
              <a:rPr lang="en-US" altLang="zh-CN" b="0" baseline="0" dirty="0" smtClean="0"/>
              <a:t>   --</a:t>
            </a:r>
          </a:p>
          <a:p>
            <a:endParaRPr lang="en-US" altLang="zh-CN" b="0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DED305-2F38-4124-B22A-2A7AC7C037B9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伟纲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1</a:t>
            </a:r>
          </a:p>
          <a:p>
            <a:r>
              <a:rPr lang="zh-CN" altLang="en-US" baseline="0" dirty="0" smtClean="0"/>
              <a:t>钊波 </a:t>
            </a:r>
            <a:r>
              <a:rPr lang="en-US" altLang="zh-CN" baseline="0" dirty="0" smtClean="0"/>
              <a:t>6</a:t>
            </a:r>
          </a:p>
          <a:p>
            <a:r>
              <a:rPr lang="zh-CN" altLang="en-US" baseline="0" dirty="0" smtClean="0"/>
              <a:t>友滨 </a:t>
            </a:r>
            <a:r>
              <a:rPr lang="en-US" altLang="zh-CN" baseline="0" dirty="0" smtClean="0"/>
              <a:t>6</a:t>
            </a:r>
          </a:p>
          <a:p>
            <a:r>
              <a:rPr lang="zh-CN" altLang="en-US" baseline="0" dirty="0" smtClean="0"/>
              <a:t>文净 </a:t>
            </a:r>
            <a:r>
              <a:rPr lang="en-US" altLang="zh-CN" baseline="0" dirty="0" smtClean="0"/>
              <a:t>7</a:t>
            </a:r>
          </a:p>
          <a:p>
            <a:r>
              <a:rPr lang="zh-CN" altLang="en-US" baseline="0" dirty="0" smtClean="0"/>
              <a:t>上德 </a:t>
            </a:r>
            <a:r>
              <a:rPr lang="en-US" altLang="zh-CN" baseline="0" dirty="0" smtClean="0"/>
              <a:t>2</a:t>
            </a:r>
          </a:p>
          <a:p>
            <a:r>
              <a:rPr lang="zh-CN" altLang="en-US" baseline="0" dirty="0" smtClean="0"/>
              <a:t>赵育 </a:t>
            </a:r>
            <a:r>
              <a:rPr lang="en-US" altLang="zh-CN" baseline="0" dirty="0" smtClean="0"/>
              <a:t>2</a:t>
            </a:r>
          </a:p>
          <a:p>
            <a:r>
              <a:rPr lang="zh-CN" altLang="en-US" baseline="0" dirty="0" smtClean="0"/>
              <a:t>余婷 </a:t>
            </a:r>
            <a:r>
              <a:rPr lang="en-US" altLang="zh-CN" baseline="0" dirty="0" smtClean="0"/>
              <a:t>2</a:t>
            </a:r>
          </a:p>
          <a:p>
            <a:r>
              <a:rPr lang="zh-CN" altLang="en-US" dirty="0" smtClean="0"/>
              <a:t>晓妮 </a:t>
            </a:r>
            <a:r>
              <a:rPr lang="en-US" altLang="zh-CN" dirty="0" smtClean="0"/>
              <a:t>3</a:t>
            </a:r>
          </a:p>
          <a:p>
            <a:r>
              <a:rPr lang="zh-CN" altLang="en-US" dirty="0" smtClean="0"/>
              <a:t>吴艳 </a:t>
            </a:r>
            <a:r>
              <a:rPr lang="en-US" altLang="zh-CN" dirty="0" smtClean="0"/>
              <a:t>1</a:t>
            </a:r>
          </a:p>
          <a:p>
            <a:r>
              <a:rPr lang="zh-CN" altLang="en-US" dirty="0" smtClean="0"/>
              <a:t>伟超 </a:t>
            </a:r>
            <a:r>
              <a:rPr lang="en-US" altLang="zh-CN" dirty="0" smtClean="0"/>
              <a:t>1</a:t>
            </a:r>
          </a:p>
          <a:p>
            <a:r>
              <a:rPr lang="zh-CN" altLang="en-US" dirty="0" smtClean="0"/>
              <a:t>嘉文 </a:t>
            </a:r>
            <a:r>
              <a:rPr lang="en-US" altLang="zh-CN" dirty="0" smtClean="0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DED305-2F38-4124-B22A-2A7AC7C037B9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857356" y="2571744"/>
            <a:ext cx="7286644" cy="1214422"/>
          </a:xfr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HelveticaNeueLT Pro 65 Md" pitchFamily="34" charset="0"/>
                <a:ea typeface="方正兰亭中黑_GBK" pitchFamily="2" charset="-122"/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57356" y="3929066"/>
            <a:ext cx="7286644" cy="64294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smtClean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054485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348" y="4143380"/>
            <a:ext cx="7772400" cy="1362075"/>
          </a:xfrm>
        </p:spPr>
        <p:txBody>
          <a:bodyPr anchor="t">
            <a:normAutofit/>
          </a:bodyPr>
          <a:lstStyle>
            <a:lvl1pPr algn="l">
              <a:defRPr sz="3200" b="1" cap="all">
                <a:solidFill>
                  <a:schemeClr val="bg1"/>
                </a:solidFill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14348" y="2643182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2071678"/>
            <a:ext cx="4038600" cy="40544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071678"/>
            <a:ext cx="4038600" cy="40544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928802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714619"/>
            <a:ext cx="4040188" cy="34115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928802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714619"/>
            <a:ext cx="4041775" cy="34115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71678"/>
            <a:ext cx="5111750" cy="40544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2071678"/>
            <a:ext cx="3008313" cy="405448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1000108"/>
            <a:ext cx="5486400" cy="372746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 smtClean="0"/>
              <a:t>Click icon to add picture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43108" y="4357694"/>
            <a:ext cx="7000892" cy="1214422"/>
          </a:xfr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HelveticaNeueLT Pro 65 Md" pitchFamily="34" charset="0"/>
                <a:ea typeface="方正兰亭中黑_GBK" pitchFamily="2" charset="-122"/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928802"/>
            <a:ext cx="8229600" cy="4197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200" kern="1200" baseline="0">
          <a:solidFill>
            <a:schemeClr val="tx1"/>
          </a:solidFill>
          <a:latin typeface="HelveticaNeueLT Pro 65 Md" pitchFamily="34" charset="0"/>
          <a:ea typeface="方正兰亭中黑_GBK" pitchFamily="2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SequoiaDB</a:t>
            </a:r>
            <a:r>
              <a:rPr lang="zh-CN" altLang="en-US" dirty="0" smtClean="0"/>
              <a:t> </a:t>
            </a:r>
            <a:r>
              <a:rPr lang="en-US" altLang="zh-CN" dirty="0" smtClean="0"/>
              <a:t>2.1</a:t>
            </a:r>
            <a:r>
              <a:rPr lang="zh-CN" altLang="en-US" dirty="0" smtClean="0"/>
              <a:t>版本迭代回顾会议</a:t>
            </a: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内部会议资料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会议流程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迭代总结（</a:t>
            </a:r>
            <a:r>
              <a:rPr lang="en-US" altLang="zh-CN" dirty="0" smtClean="0"/>
              <a:t>20-25Mins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成果巩固（</a:t>
            </a:r>
            <a:r>
              <a:rPr lang="en-US" altLang="zh-CN" dirty="0" smtClean="0"/>
              <a:t>20-30Mins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优化改进（</a:t>
            </a:r>
            <a:r>
              <a:rPr lang="en-US" altLang="zh-CN" dirty="0" smtClean="0"/>
              <a:t>20-30Mins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迭代荣誉墙（</a:t>
            </a:r>
            <a:r>
              <a:rPr lang="en-US" altLang="zh-CN" dirty="0" smtClean="0"/>
              <a:t>5-10Mins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迭代总结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回顾迭代特性的完成、进度以及质量情况（ </a:t>
            </a:r>
            <a:r>
              <a:rPr lang="en-US" altLang="zh-CN" dirty="0" smtClean="0"/>
              <a:t>10Mins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对团队和迭代版本做系统总结（</a:t>
            </a:r>
            <a:r>
              <a:rPr lang="en-US" altLang="zh-CN" dirty="0" smtClean="0"/>
              <a:t>5Mins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团队成员发表感言（</a:t>
            </a:r>
            <a:r>
              <a:rPr lang="en-US" altLang="zh-CN" dirty="0" smtClean="0"/>
              <a:t>10-15Mins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成果巩固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团队成员发言讨论本迭代优秀的实践（开发、培训、流程、活动、设计、质量措施、市场信息等）</a:t>
            </a:r>
            <a:endParaRPr lang="en-US" altLang="zh-CN" dirty="0" smtClean="0"/>
          </a:p>
          <a:p>
            <a:r>
              <a:rPr lang="zh-CN" altLang="en-US" dirty="0" smtClean="0"/>
              <a:t>投票选取</a:t>
            </a:r>
            <a:r>
              <a:rPr lang="en-US" altLang="zh-CN" dirty="0" smtClean="0"/>
              <a:t>TOP3</a:t>
            </a:r>
            <a:r>
              <a:rPr lang="zh-CN" altLang="en-US" dirty="0" smtClean="0"/>
              <a:t>，并制订巩固措施，在下一版本继续发扬</a:t>
            </a:r>
            <a:endParaRPr lang="en-US" altLang="zh-CN" dirty="0" smtClean="0"/>
          </a:p>
          <a:p>
            <a:pPr lvl="1"/>
            <a:r>
              <a:rPr lang="en-US" altLang="zh-CN" dirty="0" smtClean="0">
                <a:solidFill>
                  <a:srgbClr val="000099"/>
                </a:solidFill>
              </a:rPr>
              <a:t>1</a:t>
            </a:r>
            <a:r>
              <a:rPr lang="zh-CN" altLang="en-US" dirty="0" smtClean="0">
                <a:solidFill>
                  <a:srgbClr val="000099"/>
                </a:solidFill>
              </a:rPr>
              <a:t>、</a:t>
            </a:r>
            <a:r>
              <a:rPr lang="zh-CN" altLang="en-US" sz="1800" dirty="0" smtClean="0">
                <a:solidFill>
                  <a:srgbClr val="000099"/>
                </a:solidFill>
              </a:rPr>
              <a:t>开展的</a:t>
            </a:r>
            <a:r>
              <a:rPr lang="en-US" altLang="zh-CN" sz="1800" dirty="0" smtClean="0">
                <a:solidFill>
                  <a:srgbClr val="000099"/>
                </a:solidFill>
              </a:rPr>
              <a:t>Story</a:t>
            </a:r>
            <a:r>
              <a:rPr lang="zh-CN" altLang="en-US" sz="1800" dirty="0" smtClean="0">
                <a:solidFill>
                  <a:srgbClr val="000099"/>
                </a:solidFill>
              </a:rPr>
              <a:t>设计讨论会非常细致，覆盖到关键算法，流程的实现</a:t>
            </a:r>
            <a:endParaRPr lang="en-US" altLang="zh-CN" sz="1800" dirty="0" smtClean="0">
              <a:solidFill>
                <a:srgbClr val="000099"/>
              </a:solidFill>
            </a:endParaRPr>
          </a:p>
          <a:p>
            <a:pPr lvl="1"/>
            <a:r>
              <a:rPr lang="en-US" altLang="zh-CN" sz="1800" dirty="0" smtClean="0">
                <a:solidFill>
                  <a:srgbClr val="000099"/>
                </a:solidFill>
              </a:rPr>
              <a:t>2</a:t>
            </a:r>
            <a:r>
              <a:rPr lang="zh-CN" altLang="en-US" sz="1800" dirty="0" smtClean="0">
                <a:solidFill>
                  <a:srgbClr val="000099"/>
                </a:solidFill>
              </a:rPr>
              <a:t>、测试方案及时讨论和补充</a:t>
            </a:r>
            <a:endParaRPr lang="en-US" altLang="zh-CN" sz="1800" dirty="0" smtClean="0">
              <a:solidFill>
                <a:srgbClr val="000099"/>
              </a:solidFill>
            </a:endParaRPr>
          </a:p>
          <a:p>
            <a:pPr lvl="1"/>
            <a:r>
              <a:rPr lang="en-US" altLang="zh-CN" sz="1800" dirty="0" smtClean="0">
                <a:solidFill>
                  <a:srgbClr val="000099"/>
                </a:solidFill>
              </a:rPr>
              <a:t>3</a:t>
            </a:r>
            <a:r>
              <a:rPr lang="zh-CN" altLang="en-US" sz="1800" dirty="0" smtClean="0">
                <a:solidFill>
                  <a:srgbClr val="000099"/>
                </a:solidFill>
              </a:rPr>
              <a:t>、迭代周期中坚持开展技术培</a:t>
            </a:r>
            <a:r>
              <a:rPr lang="zh-CN" altLang="en-US" sz="1800" dirty="0" smtClean="0">
                <a:solidFill>
                  <a:srgbClr val="000099"/>
                </a:solidFill>
              </a:rPr>
              <a:t>训</a:t>
            </a:r>
            <a:endParaRPr lang="en-US" altLang="zh-CN" sz="1800" dirty="0" smtClean="0">
              <a:solidFill>
                <a:srgbClr val="000099"/>
              </a:solidFill>
            </a:endParaRPr>
          </a:p>
          <a:p>
            <a:pPr lvl="1"/>
            <a:r>
              <a:rPr lang="en-US" altLang="zh-CN" sz="1800" dirty="0" smtClean="0">
                <a:solidFill>
                  <a:srgbClr val="000099"/>
                </a:solidFill>
              </a:rPr>
              <a:t>4</a:t>
            </a:r>
            <a:r>
              <a:rPr lang="zh-CN" altLang="en-US" sz="1800" dirty="0" smtClean="0">
                <a:solidFill>
                  <a:srgbClr val="000099"/>
                </a:solidFill>
              </a:rPr>
              <a:t>、代码</a:t>
            </a:r>
            <a:r>
              <a:rPr lang="en-US" altLang="zh-CN" sz="1800" dirty="0" smtClean="0">
                <a:solidFill>
                  <a:srgbClr val="000099"/>
                </a:solidFill>
              </a:rPr>
              <a:t>Review</a:t>
            </a:r>
            <a:r>
              <a:rPr lang="zh-CN" altLang="en-US" sz="1800" dirty="0" smtClean="0">
                <a:solidFill>
                  <a:srgbClr val="000099"/>
                </a:solidFill>
              </a:rPr>
              <a:t>发现了很多的细节问题</a:t>
            </a:r>
            <a:endParaRPr lang="en-US" altLang="zh-CN" sz="1800" dirty="0" smtClean="0">
              <a:solidFill>
                <a:srgbClr val="000099"/>
              </a:solidFill>
            </a:endParaRPr>
          </a:p>
          <a:p>
            <a:pPr lvl="1"/>
            <a:r>
              <a:rPr lang="en-US" altLang="zh-CN" sz="1800" dirty="0" smtClean="0">
                <a:solidFill>
                  <a:srgbClr val="000099"/>
                </a:solidFill>
              </a:rPr>
              <a:t>5</a:t>
            </a:r>
            <a:r>
              <a:rPr lang="zh-CN" altLang="en-US" sz="1800" dirty="0" smtClean="0">
                <a:solidFill>
                  <a:srgbClr val="000099"/>
                </a:solidFill>
              </a:rPr>
              <a:t>、测试问题单的检视机制</a:t>
            </a:r>
            <a:endParaRPr lang="en-US" altLang="zh-CN" sz="1800" dirty="0" smtClean="0">
              <a:solidFill>
                <a:srgbClr val="000099"/>
              </a:solidFill>
            </a:endParaRPr>
          </a:p>
          <a:p>
            <a:pPr lvl="1"/>
            <a:r>
              <a:rPr lang="en-US" altLang="zh-CN" sz="1800" dirty="0" smtClean="0">
                <a:solidFill>
                  <a:srgbClr val="000099"/>
                </a:solidFill>
              </a:rPr>
              <a:t>6</a:t>
            </a:r>
            <a:r>
              <a:rPr lang="zh-CN" altLang="en-US" sz="1800" dirty="0" smtClean="0">
                <a:solidFill>
                  <a:srgbClr val="000099"/>
                </a:solidFill>
              </a:rPr>
              <a:t>、问题单</a:t>
            </a:r>
            <a:r>
              <a:rPr lang="zh-CN" altLang="en-US" sz="1800" dirty="0" smtClean="0">
                <a:solidFill>
                  <a:srgbClr val="000099"/>
                </a:solidFill>
              </a:rPr>
              <a:t>的流程很规范，回归不通过问题降低</a:t>
            </a:r>
            <a:endParaRPr lang="en-US" altLang="zh-CN" sz="1800" dirty="0" smtClean="0">
              <a:solidFill>
                <a:srgbClr val="000099"/>
              </a:solidFill>
            </a:endParaRPr>
          </a:p>
          <a:p>
            <a:pPr lvl="1"/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优化改进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团队成员发言讨论该迭代做的不好的地方，以及好的想法和点子</a:t>
            </a:r>
            <a:endParaRPr lang="en-US" altLang="zh-CN" dirty="0" smtClean="0"/>
          </a:p>
          <a:p>
            <a:r>
              <a:rPr lang="zh-CN" altLang="en-US" dirty="0" smtClean="0"/>
              <a:t>团队成员投票选出</a:t>
            </a:r>
            <a:r>
              <a:rPr lang="en-US" altLang="zh-CN" dirty="0" smtClean="0"/>
              <a:t>TOP3</a:t>
            </a:r>
            <a:r>
              <a:rPr lang="zh-CN" altLang="en-US" dirty="0" smtClean="0"/>
              <a:t>不好的地方和点子</a:t>
            </a:r>
            <a:endParaRPr lang="en-US" altLang="zh-CN" dirty="0" smtClean="0"/>
          </a:p>
          <a:p>
            <a:r>
              <a:rPr lang="zh-CN" altLang="en-US" dirty="0" smtClean="0"/>
              <a:t>团队成员共同讨论</a:t>
            </a:r>
            <a:r>
              <a:rPr lang="en-US" altLang="zh-CN" dirty="0" smtClean="0"/>
              <a:t>TOP3</a:t>
            </a:r>
            <a:r>
              <a:rPr lang="zh-CN" altLang="en-US" dirty="0" smtClean="0"/>
              <a:t>不好的地方的改进点和点子的实施办法，并制订措施，在下一版本改进实施</a:t>
            </a:r>
            <a:endParaRPr lang="en-US" altLang="zh-CN" dirty="0" smtClean="0"/>
          </a:p>
          <a:p>
            <a:pPr lvl="1"/>
            <a:r>
              <a:rPr lang="en-US" altLang="zh-CN" sz="1600" dirty="0" smtClean="0">
                <a:solidFill>
                  <a:srgbClr val="000099"/>
                </a:solidFill>
              </a:rPr>
              <a:t>1</a:t>
            </a:r>
            <a:r>
              <a:rPr lang="zh-CN" altLang="en-US" sz="1600" dirty="0" smtClean="0">
                <a:solidFill>
                  <a:srgbClr val="000099"/>
                </a:solidFill>
              </a:rPr>
              <a:t>、问</a:t>
            </a:r>
            <a:r>
              <a:rPr lang="zh-CN" altLang="en-US" sz="1600" dirty="0" smtClean="0">
                <a:solidFill>
                  <a:srgbClr val="000099"/>
                </a:solidFill>
              </a:rPr>
              <a:t>题单分</a:t>
            </a:r>
            <a:r>
              <a:rPr lang="zh-CN" altLang="en-US" sz="1600" dirty="0" smtClean="0">
                <a:solidFill>
                  <a:srgbClr val="000099"/>
                </a:solidFill>
              </a:rPr>
              <a:t>发每</a:t>
            </a:r>
            <a:r>
              <a:rPr lang="en-US" altLang="zh-CN" sz="1600" dirty="0" smtClean="0">
                <a:solidFill>
                  <a:srgbClr val="000099"/>
                </a:solidFill>
              </a:rPr>
              <a:t>3</a:t>
            </a:r>
            <a:r>
              <a:rPr lang="zh-CN" altLang="en-US" sz="1600" dirty="0" smtClean="0">
                <a:solidFill>
                  <a:srgbClr val="000099"/>
                </a:solidFill>
              </a:rPr>
              <a:t>天</a:t>
            </a:r>
            <a:r>
              <a:rPr lang="zh-CN" altLang="en-US" sz="1600" dirty="0" smtClean="0">
                <a:solidFill>
                  <a:srgbClr val="000099"/>
                </a:solidFill>
              </a:rPr>
              <a:t>一清，问</a:t>
            </a:r>
            <a:r>
              <a:rPr lang="zh-CN" altLang="en-US" sz="1600" dirty="0" smtClean="0">
                <a:solidFill>
                  <a:srgbClr val="000099"/>
                </a:solidFill>
              </a:rPr>
              <a:t>题单处</a:t>
            </a:r>
            <a:r>
              <a:rPr lang="zh-CN" altLang="en-US" sz="1600" dirty="0" smtClean="0">
                <a:solidFill>
                  <a:srgbClr val="000099"/>
                </a:solidFill>
              </a:rPr>
              <a:t>理每</a:t>
            </a:r>
            <a:r>
              <a:rPr lang="en-US" altLang="zh-CN" sz="1600" dirty="0" smtClean="0">
                <a:solidFill>
                  <a:srgbClr val="000099"/>
                </a:solidFill>
              </a:rPr>
              <a:t>7</a:t>
            </a:r>
            <a:r>
              <a:rPr lang="zh-CN" altLang="en-US" sz="1600" dirty="0" smtClean="0">
                <a:solidFill>
                  <a:srgbClr val="000099"/>
                </a:solidFill>
              </a:rPr>
              <a:t>天一清</a:t>
            </a:r>
            <a:endParaRPr lang="en-US" altLang="zh-CN" sz="1600" dirty="0" smtClean="0">
              <a:solidFill>
                <a:srgbClr val="000099"/>
              </a:solidFill>
            </a:endParaRPr>
          </a:p>
          <a:p>
            <a:pPr lvl="1"/>
            <a:r>
              <a:rPr lang="en-US" altLang="zh-CN" sz="1600" dirty="0" smtClean="0">
                <a:solidFill>
                  <a:srgbClr val="000099"/>
                </a:solidFill>
              </a:rPr>
              <a:t>2</a:t>
            </a:r>
            <a:r>
              <a:rPr lang="zh-CN" altLang="en-US" sz="1600" dirty="0" smtClean="0">
                <a:solidFill>
                  <a:srgbClr val="000099"/>
                </a:solidFill>
              </a:rPr>
              <a:t>、迭代计划中需要在迭代结束时专门预</a:t>
            </a:r>
            <a:r>
              <a:rPr lang="zh-CN" altLang="en-US" sz="1600" dirty="0" smtClean="0">
                <a:solidFill>
                  <a:srgbClr val="000099"/>
                </a:solidFill>
              </a:rPr>
              <a:t>留迭</a:t>
            </a:r>
            <a:r>
              <a:rPr lang="zh-CN" altLang="en-US" sz="1600" dirty="0" smtClean="0">
                <a:solidFill>
                  <a:srgbClr val="000099"/>
                </a:solidFill>
              </a:rPr>
              <a:t>代</a:t>
            </a:r>
            <a:r>
              <a:rPr lang="en-US" altLang="zh-CN" sz="1600" dirty="0" smtClean="0">
                <a:solidFill>
                  <a:srgbClr val="000099"/>
                </a:solidFill>
              </a:rPr>
              <a:t>1</a:t>
            </a:r>
            <a:r>
              <a:rPr lang="zh-CN" altLang="en-US" sz="1600" dirty="0" smtClean="0">
                <a:solidFill>
                  <a:srgbClr val="000099"/>
                </a:solidFill>
              </a:rPr>
              <a:t>周的时间用于问题单清理</a:t>
            </a:r>
            <a:endParaRPr lang="en-US" altLang="zh-CN" sz="1600" dirty="0" smtClean="0">
              <a:solidFill>
                <a:srgbClr val="000099"/>
              </a:solidFill>
            </a:endParaRPr>
          </a:p>
          <a:p>
            <a:pPr lvl="1"/>
            <a:r>
              <a:rPr lang="en-US" altLang="zh-CN" sz="1600" dirty="0" smtClean="0">
                <a:solidFill>
                  <a:srgbClr val="000099"/>
                </a:solidFill>
              </a:rPr>
              <a:t>3</a:t>
            </a:r>
            <a:r>
              <a:rPr lang="zh-CN" altLang="en-US" sz="1600" dirty="0" smtClean="0">
                <a:solidFill>
                  <a:srgbClr val="000099"/>
                </a:solidFill>
              </a:rPr>
              <a:t>、</a:t>
            </a:r>
            <a:r>
              <a:rPr lang="en-US" altLang="zh-CN" sz="1600" dirty="0" smtClean="0">
                <a:solidFill>
                  <a:srgbClr val="000099"/>
                </a:solidFill>
              </a:rPr>
              <a:t>Story</a:t>
            </a:r>
            <a:r>
              <a:rPr lang="zh-CN" altLang="en-US" sz="1600" dirty="0" smtClean="0">
                <a:solidFill>
                  <a:srgbClr val="000099"/>
                </a:solidFill>
              </a:rPr>
              <a:t>由开发人员熟悉后，逐一讨论</a:t>
            </a:r>
            <a:r>
              <a:rPr lang="en-US" altLang="zh-CN" sz="1600" dirty="0" smtClean="0">
                <a:solidFill>
                  <a:srgbClr val="000099"/>
                </a:solidFill>
              </a:rPr>
              <a:t>Story</a:t>
            </a:r>
            <a:r>
              <a:rPr lang="zh-CN" altLang="en-US" sz="1600" dirty="0" smtClean="0">
                <a:solidFill>
                  <a:srgbClr val="000099"/>
                </a:solidFill>
              </a:rPr>
              <a:t>的工作量和阶段点，提升计划的精确性</a:t>
            </a:r>
            <a:endParaRPr lang="en-US" altLang="zh-CN" sz="1600" dirty="0" smtClean="0">
              <a:solidFill>
                <a:srgbClr val="000099"/>
              </a:solidFill>
            </a:endParaRPr>
          </a:p>
          <a:p>
            <a:pPr lvl="1"/>
            <a:r>
              <a:rPr lang="en-US" altLang="zh-CN" sz="1600" dirty="0" smtClean="0">
                <a:solidFill>
                  <a:srgbClr val="000099"/>
                </a:solidFill>
              </a:rPr>
              <a:t>4</a:t>
            </a:r>
            <a:r>
              <a:rPr lang="zh-CN" altLang="en-US" sz="1600" dirty="0" smtClean="0">
                <a:solidFill>
                  <a:srgbClr val="000099"/>
                </a:solidFill>
              </a:rPr>
              <a:t>、问题单</a:t>
            </a:r>
            <a:r>
              <a:rPr lang="en-US" altLang="zh-CN" sz="1600" dirty="0" smtClean="0">
                <a:solidFill>
                  <a:srgbClr val="000099"/>
                </a:solidFill>
              </a:rPr>
              <a:t>CheckList</a:t>
            </a:r>
            <a:r>
              <a:rPr lang="zh-CN" altLang="en-US" sz="1600" dirty="0" smtClean="0">
                <a:solidFill>
                  <a:srgbClr val="000099"/>
                </a:solidFill>
              </a:rPr>
              <a:t>中增加“重现方法”项</a:t>
            </a:r>
            <a:endParaRPr lang="en-US" altLang="zh-CN" sz="1600" dirty="0" smtClean="0">
              <a:solidFill>
                <a:srgbClr val="0000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迭代荣誉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团队成员评选该版本优秀的人物和事迹（成长、积极、主动、贡献、分享等各方面） </a:t>
            </a:r>
            <a:r>
              <a:rPr lang="en-US" altLang="zh-CN" dirty="0" smtClean="0"/>
              <a:t>1~2</a:t>
            </a:r>
            <a:r>
              <a:rPr lang="zh-CN" altLang="en-US" dirty="0" smtClean="0"/>
              <a:t>人</a:t>
            </a:r>
            <a:endParaRPr lang="en-US" altLang="zh-CN" dirty="0" smtClean="0"/>
          </a:p>
          <a:p>
            <a:pPr lvl="1"/>
            <a:r>
              <a:rPr lang="zh-CN" altLang="en-US" dirty="0" smtClean="0">
                <a:solidFill>
                  <a:srgbClr val="000099"/>
                </a:solidFill>
              </a:rPr>
              <a:t>谭钊波</a:t>
            </a:r>
            <a:endParaRPr lang="en-US" altLang="zh-CN" dirty="0" smtClean="0">
              <a:solidFill>
                <a:srgbClr val="000099"/>
              </a:solidFill>
            </a:endParaRPr>
          </a:p>
          <a:p>
            <a:pPr lvl="2"/>
            <a:r>
              <a:rPr lang="zh-CN" altLang="en-US" dirty="0" smtClean="0">
                <a:solidFill>
                  <a:srgbClr val="000099"/>
                </a:solidFill>
              </a:rPr>
              <a:t>工作非常积极努力</a:t>
            </a:r>
            <a:endParaRPr lang="en-US" altLang="zh-CN" dirty="0" smtClean="0">
              <a:solidFill>
                <a:srgbClr val="000099"/>
              </a:solidFill>
            </a:endParaRPr>
          </a:p>
          <a:p>
            <a:pPr lvl="2"/>
            <a:r>
              <a:rPr lang="zh-CN" altLang="en-US" dirty="0" smtClean="0">
                <a:solidFill>
                  <a:srgbClr val="000099"/>
                </a:solidFill>
              </a:rPr>
              <a:t>主动思考，帮助他人</a:t>
            </a:r>
            <a:endParaRPr lang="en-US" altLang="zh-CN" dirty="0" smtClean="0">
              <a:solidFill>
                <a:srgbClr val="000099"/>
              </a:solidFill>
            </a:endParaRPr>
          </a:p>
          <a:p>
            <a:pPr lvl="1"/>
            <a:r>
              <a:rPr lang="zh-CN" altLang="en-US" dirty="0" smtClean="0">
                <a:solidFill>
                  <a:srgbClr val="000099"/>
                </a:solidFill>
              </a:rPr>
              <a:t>王文净</a:t>
            </a:r>
            <a:endParaRPr lang="en-US" altLang="zh-CN" dirty="0" smtClean="0">
              <a:solidFill>
                <a:srgbClr val="000099"/>
              </a:solidFill>
            </a:endParaRPr>
          </a:p>
          <a:p>
            <a:pPr lvl="2"/>
            <a:r>
              <a:rPr lang="zh-CN" altLang="en-US" dirty="0" smtClean="0">
                <a:solidFill>
                  <a:srgbClr val="000099"/>
                </a:solidFill>
              </a:rPr>
              <a:t>积极帮助团队其它人员</a:t>
            </a:r>
            <a:endParaRPr lang="en-US" altLang="zh-CN" dirty="0" smtClean="0">
              <a:solidFill>
                <a:srgbClr val="000099"/>
              </a:solidFill>
            </a:endParaRPr>
          </a:p>
          <a:p>
            <a:pPr lvl="2"/>
            <a:r>
              <a:rPr lang="zh-CN" altLang="en-US" dirty="0" smtClean="0">
                <a:solidFill>
                  <a:srgbClr val="000099"/>
                </a:solidFill>
              </a:rPr>
              <a:t>深入到代码设计测试用例，非常全面</a:t>
            </a:r>
            <a:endParaRPr lang="en-US" altLang="zh-CN" dirty="0" smtClean="0">
              <a:solidFill>
                <a:srgbClr val="000099"/>
              </a:solidFill>
            </a:endParaRPr>
          </a:p>
          <a:p>
            <a:pPr lvl="1"/>
            <a:r>
              <a:rPr lang="zh-CN" altLang="en-US" dirty="0" smtClean="0">
                <a:solidFill>
                  <a:srgbClr val="000099"/>
                </a:solidFill>
              </a:rPr>
              <a:t>林友滨</a:t>
            </a:r>
            <a:endParaRPr lang="en-US" altLang="zh-CN" dirty="0" smtClean="0">
              <a:solidFill>
                <a:srgbClr val="000099"/>
              </a:solidFill>
            </a:endParaRPr>
          </a:p>
          <a:p>
            <a:pPr lvl="2"/>
            <a:r>
              <a:rPr lang="zh-CN" altLang="en-US" dirty="0" smtClean="0">
                <a:solidFill>
                  <a:srgbClr val="000099"/>
                </a:solidFill>
              </a:rPr>
              <a:t>处理问题速度快，</a:t>
            </a:r>
            <a:r>
              <a:rPr lang="zh-CN" altLang="en-US" dirty="0" smtClean="0">
                <a:solidFill>
                  <a:srgbClr val="000099"/>
                </a:solidFill>
              </a:rPr>
              <a:t>不推卸责任</a:t>
            </a:r>
            <a:endParaRPr lang="en-US" altLang="zh-CN" dirty="0" smtClean="0">
              <a:solidFill>
                <a:srgbClr val="000099"/>
              </a:solidFill>
            </a:endParaRPr>
          </a:p>
          <a:p>
            <a:pPr lvl="2"/>
            <a:r>
              <a:rPr lang="zh-CN" altLang="en-US" dirty="0" smtClean="0">
                <a:solidFill>
                  <a:srgbClr val="000099"/>
                </a:solidFill>
              </a:rPr>
              <a:t>开发技术强</a:t>
            </a:r>
            <a:endParaRPr lang="en-US" altLang="zh-CN" dirty="0" smtClean="0">
              <a:solidFill>
                <a:srgbClr val="0000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480" y="2571744"/>
            <a:ext cx="7286644" cy="1214422"/>
          </a:xfrm>
        </p:spPr>
        <p:txBody>
          <a:bodyPr>
            <a:normAutofit/>
          </a:bodyPr>
          <a:lstStyle/>
          <a:p>
            <a:pPr algn="ctr"/>
            <a:r>
              <a:rPr lang="en-US" altLang="zh-CN" sz="4400" dirty="0" smtClean="0"/>
              <a:t>Thanks</a:t>
            </a:r>
            <a:endParaRPr lang="zh-CN" altLang="en-US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quoiaDB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SequoiaDB</Template>
  <TotalTime>9095</TotalTime>
  <Words>968</Words>
  <Application>Microsoft Office PowerPoint</Application>
  <PresentationFormat>On-screen Show (4:3)</PresentationFormat>
  <Paragraphs>85</Paragraphs>
  <Slides>7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SequoiaDB</vt:lpstr>
      <vt:lpstr>SequoiaDB 2.1版本迭代回顾会议</vt:lpstr>
      <vt:lpstr>会议流程</vt:lpstr>
      <vt:lpstr>迭代总结</vt:lpstr>
      <vt:lpstr>成果巩固</vt:lpstr>
      <vt:lpstr>优化改进</vt:lpstr>
      <vt:lpstr>迭代荣誉</vt:lpstr>
      <vt:lpstr>Thanks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SequoiaDB架构总览</dc:title>
  <dc:creator>taoewang</dc:creator>
  <cp:lastModifiedBy>xujianhui</cp:lastModifiedBy>
  <cp:revision>293</cp:revision>
  <dcterms:created xsi:type="dcterms:W3CDTF">2013-11-01T02:43:08Z</dcterms:created>
  <dcterms:modified xsi:type="dcterms:W3CDTF">2016-06-28T11:20:19Z</dcterms:modified>
</cp:coreProperties>
</file>