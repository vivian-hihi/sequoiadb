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5" r:id="rId17"/>
    <p:sldId id="275" r:id="rId18"/>
    <p:sldId id="267" r:id="rId1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FF"/>
    <a:srgbClr val="00FF99"/>
    <a:srgbClr val="13C0D7"/>
    <a:srgbClr val="E161FF"/>
    <a:srgbClr val="C0BD2D"/>
    <a:srgbClr val="3DAD78"/>
    <a:srgbClr val="0066FF"/>
    <a:srgbClr val="993366"/>
    <a:srgbClr val="3399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120" d="100"/>
          <a:sy n="120" d="100"/>
        </p:scale>
        <p:origin x="-1380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2016/3/3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2016/3/3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192.168.20.200:8080/" TargetMode="External"/><Relationship Id="rId4" Type="http://schemas.openxmlformats.org/officeDocument/2006/relationships/hyperlink" Target="http://jira:8080/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研发组织结构和制度流程宣传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性能测试支撑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确认问题是否存在，根据分员矩阵进行问题分发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smtClean="0">
                <a:solidFill>
                  <a:srgbClr val="C00000"/>
                </a:solidFill>
              </a:rPr>
              <a:t>版</a:t>
            </a:r>
            <a:r>
              <a:rPr lang="zh-CN" altLang="en-US" b="1" smtClean="0">
                <a:solidFill>
                  <a:srgbClr val="C00000"/>
                </a:solidFill>
              </a:rPr>
              <a:t>本迭代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428868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857760"/>
            <a:ext cx="2428892" cy="92869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714752"/>
            <a:ext cx="2428892" cy="1000132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929330"/>
            <a:ext cx="2428892" cy="57150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根据各环节检验数据确认版本是否发布？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、解决技术冲突仲裁，需求变更仲裁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星期的实地“项目演练”，演练通过才能安排过相关项目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周举行一期（开发和测试分别举行一期）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分享材料需要规档存放，用于新人学习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，包括：月度工作评价、改进点、困难反馈、意见返馈等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857892"/>
            <a:ext cx="4214842" cy="642942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运动后提供每人不高于</a:t>
            </a:r>
            <a:r>
              <a:rPr lang="en-US" altLang="zh-CN" sz="1400" dirty="0" smtClean="0"/>
              <a:t>40</a:t>
            </a:r>
            <a:r>
              <a:rPr lang="zh-CN" altLang="en-US" sz="1400" dirty="0" smtClean="0"/>
              <a:t>元标准聚餐，提倡节俭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5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7584"/>
                <a:gridCol w="2428892"/>
                <a:gridCol w="2786081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内容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奖励（由微信红包方式支付）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惩罚（罚款由微信红包方式交由活动经理用于购买零食水果）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开发或测试任务偏离计划</a:t>
                      </a:r>
                      <a:r>
                        <a:rPr lang="en-US" altLang="zh-CN" sz="1200" dirty="0" smtClean="0"/>
                        <a:t>50%</a:t>
                      </a:r>
                      <a:r>
                        <a:rPr lang="zh-CN" altLang="en-US" sz="1200" dirty="0" smtClean="0"/>
                        <a:t>或以上未反馈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http://jira:8080</a:t>
            </a: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5"/>
              </a:rPr>
              <a:t>http://192.168.20.200:8080/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12760</TotalTime>
  <Words>3843</Words>
  <Application>Microsoft Office PowerPoint</Application>
  <PresentationFormat>On-screen Show (4:3)</PresentationFormat>
  <Paragraphs>362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研发制度——团队建设</vt:lpstr>
      <vt:lpstr>研发制度——团队氛围建设</vt:lpstr>
      <vt:lpstr>研发制度——奖惩措施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555</cp:revision>
  <dcterms:created xsi:type="dcterms:W3CDTF">2013-11-01T02:43:08Z</dcterms:created>
  <dcterms:modified xsi:type="dcterms:W3CDTF">2016-03-03T07:49:44Z</dcterms:modified>
</cp:coreProperties>
</file>