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6" r:id="rId17"/>
    <p:sldId id="285" r:id="rId18"/>
    <p:sldId id="275" r:id="rId19"/>
    <p:sldId id="267" r:id="rId20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66"/>
    <a:srgbClr val="3399FF"/>
    <a:srgbClr val="00FF99"/>
    <a:srgbClr val="13C0D7"/>
    <a:srgbClr val="E161FF"/>
    <a:srgbClr val="C0BD2D"/>
    <a:srgbClr val="3DAD78"/>
    <a:srgbClr val="0066FF"/>
    <a:srgbClr val="9933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96" d="100"/>
          <a:sy n="96" d="100"/>
        </p:scale>
        <p:origin x="-630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94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</a:t>
                      </a:r>
                      <a:r>
                        <a:rPr lang="zh-CN" altLang="en-US" sz="1400" dirty="0" smtClean="0"/>
                        <a:t>撑；性能分析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确认问题是否存在，根据人员矩阵进行问题分发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smtClean="0">
                <a:solidFill>
                  <a:srgbClr val="C00000"/>
                </a:solidFill>
              </a:rPr>
              <a:t>版本迭代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428868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500958" y="205953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14324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385762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457200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528638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292893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364331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3576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07207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214554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500570"/>
            <a:ext cx="2428892" cy="928694"/>
          </a:xfrm>
          <a:prstGeom prst="wedgeRoundRectCallout">
            <a:avLst>
              <a:gd name="adj1" fmla="val 60439"/>
              <a:gd name="adj2" fmla="val -129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429000"/>
            <a:ext cx="2428892" cy="1000132"/>
          </a:xfrm>
          <a:prstGeom prst="wedgeRoundRectCallout">
            <a:avLst>
              <a:gd name="adj1" fmla="val 59959"/>
              <a:gd name="adj2" fmla="val 2194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500702"/>
            <a:ext cx="2428892" cy="500066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根据各环节检验数据（包括问题单确认）确认版本是否发布？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版本回顾会议</a:t>
            </a:r>
            <a:endParaRPr lang="zh-CN" altLang="en-US" sz="1200" dirty="0"/>
          </a:p>
        </p:txBody>
      </p:sp>
      <p:sp>
        <p:nvSpPr>
          <p:cNvPr id="38" name="Down Arrow 37"/>
          <p:cNvSpPr/>
          <p:nvPr/>
        </p:nvSpPr>
        <p:spPr>
          <a:xfrm>
            <a:off x="80010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unded Rectangular Callout 38"/>
          <p:cNvSpPr/>
          <p:nvPr/>
        </p:nvSpPr>
        <p:spPr>
          <a:xfrm>
            <a:off x="4786314" y="6072206"/>
            <a:ext cx="2428892" cy="571504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总结版本优秀实践和改进点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总结版本优秀特性，代码，用例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评选版本优秀员工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团队技能提升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星期的实地“项目演练”，演练通过才能安排到相关项目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分享材料需要归档存放，用于新人学习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</a:t>
            </a:r>
            <a:r>
              <a:rPr lang="zh-CN" altLang="en-US" sz="1400" smtClean="0"/>
              <a:t>意见反馈</a:t>
            </a:r>
            <a:r>
              <a:rPr lang="zh-CN" altLang="en-US" sz="1400" dirty="0" smtClean="0"/>
              <a:t>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715016"/>
            <a:ext cx="4214842" cy="1071570"/>
          </a:xfrm>
          <a:prstGeom prst="wedgeRoundRectCallout">
            <a:avLst>
              <a:gd name="adj1" fmla="val -63580"/>
              <a:gd name="adj2" fmla="val -75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zh-CN" altLang="en-US" sz="1400" dirty="0" smtClean="0"/>
              <a:t>李伟超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、收集培训需求，制订月度提升计划，包括对新员工的提升。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、收集培训材料并统筹安排。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运动后提供每人预算不高于</a:t>
            </a:r>
            <a:r>
              <a:rPr lang="en-US" altLang="zh-CN" sz="1400" dirty="0" smtClean="0"/>
              <a:t>60</a:t>
            </a:r>
            <a:r>
              <a:rPr lang="zh-CN" altLang="en-US" sz="1400" dirty="0" smtClean="0"/>
              <a:t>元标准聚餐，提倡节俭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zh-CN" altLang="en-US" sz="1400" dirty="0" smtClean="0"/>
              <a:t>谭钊波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行为准则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从点滴做起，养成良好习惯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428596" y="2357430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开会要积极，会议要专注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428596" y="3357562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会前要准备，会议要高效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28596" y="4357694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沟通要平和，分岐要讨论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4643438" y="2357430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不打探工资待遇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4643438" y="3357562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不传播小道消息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4643438" y="4357694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不扩散负面情绪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2786050" y="5429264"/>
            <a:ext cx="3429024" cy="500066"/>
          </a:xfrm>
          <a:prstGeom prst="roundRect">
            <a:avLst/>
          </a:prstGeom>
          <a:solidFill>
            <a:srgbClr val="92D050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意见及时沟通反馈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12963</TotalTime>
  <Words>4024</Words>
  <Application>Microsoft Office PowerPoint</Application>
  <PresentationFormat>On-screen Show (4:3)</PresentationFormat>
  <Paragraphs>376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研发制度——团队技能提升</vt:lpstr>
      <vt:lpstr>研发制度——团队氛围建设</vt:lpstr>
      <vt:lpstr>研发制度——奖惩措施</vt:lpstr>
      <vt:lpstr>行为准则——从点滴做起，养成良好习惯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567</cp:revision>
  <dcterms:created xsi:type="dcterms:W3CDTF">2013-11-01T02:43:08Z</dcterms:created>
  <dcterms:modified xsi:type="dcterms:W3CDTF">2016-03-04T07:36:31Z</dcterms:modified>
</cp:coreProperties>
</file>