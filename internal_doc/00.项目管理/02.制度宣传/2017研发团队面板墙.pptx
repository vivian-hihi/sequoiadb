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72" r:id="rId3"/>
    <p:sldId id="270" r:id="rId4"/>
    <p:sldId id="271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  <a:srgbClr val="F7FFF3"/>
    <a:srgbClr val="E0FFD1"/>
    <a:srgbClr val="FFFFE5"/>
    <a:srgbClr val="FDF1ED"/>
    <a:srgbClr val="EFFFE7"/>
    <a:srgbClr val="B9E8FF"/>
    <a:srgbClr val="66CCFF"/>
    <a:srgbClr val="FFFFD5"/>
    <a:srgbClr val="D0FFB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aximized">
    <p:restoredLeft sz="34587" autoAdjust="0"/>
    <p:restoredTop sz="93208" autoAdjust="0"/>
  </p:normalViewPr>
  <p:slideViewPr>
    <p:cSldViewPr>
      <p:cViewPr varScale="1">
        <p:scale>
          <a:sx n="120" d="100"/>
          <a:sy n="120" d="100"/>
        </p:scale>
        <p:origin x="-142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98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97" d="100"/>
          <a:sy n="97" d="100"/>
        </p:scale>
        <p:origin x="-3666" y="-96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2289E-693E-47B8-BB40-77D4C037E413}" type="datetimeFigureOut">
              <a:rPr lang="zh-CN" altLang="en-US" smtClean="0"/>
              <a:pPr/>
              <a:t>2017/8/14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DB6241-DC1B-43F4-AED7-BA4CFE33295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E46FB-0C22-4315-8E08-4C5C8B3D1168}" type="datetimeFigureOut">
              <a:rPr lang="zh-CN" altLang="en-US" smtClean="0"/>
              <a:pPr/>
              <a:t>2017/8/14</a:t>
            </a:fld>
            <a:endParaRPr lang="zh-CN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DED305-2F38-4124-B22A-2A7AC7C037B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857356" y="2571744"/>
            <a:ext cx="7286644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57356" y="3929066"/>
            <a:ext cx="7286644" cy="642942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smtClean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2071678"/>
            <a:ext cx="8229600" cy="4054485"/>
          </a:xfrm>
        </p:spPr>
        <p:txBody>
          <a:bodyPr/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4348" y="4143380"/>
            <a:ext cx="7772400" cy="1362075"/>
          </a:xfrm>
        </p:spPr>
        <p:txBody>
          <a:bodyPr anchor="t">
            <a:normAutofit/>
          </a:bodyPr>
          <a:lstStyle>
            <a:lvl1pPr algn="l">
              <a:defRPr sz="3200" b="1" cap="all">
                <a:solidFill>
                  <a:schemeClr val="bg1"/>
                </a:solidFill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4348" y="2643182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071678"/>
            <a:ext cx="4038600" cy="405448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714619"/>
            <a:ext cx="4040188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928802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714619"/>
            <a:ext cx="4041775" cy="341154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071678"/>
            <a:ext cx="5111750" cy="40544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2071678"/>
            <a:ext cx="3008313" cy="405448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  <p:sp>
        <p:nvSpPr>
          <p:cNvPr id="9" name="标题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</p:spPr>
        <p:txBody>
          <a:bodyPr/>
          <a:lstStyle/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1000108"/>
            <a:ext cx="5486400" cy="372746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CN" smtClean="0"/>
              <a:t>Click icon to add picture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CN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143108" y="4357694"/>
            <a:ext cx="7000892" cy="1214422"/>
          </a:xfrm>
        </p:spPr>
        <p:txBody>
          <a:bodyPr>
            <a:normAutofit/>
          </a:bodyPr>
          <a:lstStyle>
            <a:lvl1pPr algn="l">
              <a:defRPr sz="3200" baseline="0">
                <a:solidFill>
                  <a:schemeClr val="bg1"/>
                </a:solidFill>
                <a:latin typeface="HelveticaNeueLT Pro 65 Md" pitchFamily="34" charset="0"/>
                <a:ea typeface="方正兰亭中黑_GBK" pitchFamily="2" charset="-122"/>
              </a:defRPr>
            </a:lvl1pPr>
          </a:lstStyle>
          <a:p>
            <a:r>
              <a:rPr lang="en-US" altLang="zh-CN" smtClean="0"/>
              <a:t>Click to edit Master 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78579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928802"/>
            <a:ext cx="8229600" cy="419736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200" kern="1200" baseline="0">
          <a:solidFill>
            <a:schemeClr val="tx1"/>
          </a:solidFill>
          <a:latin typeface="HelveticaNeueLT Pro 65 Md" pitchFamily="34" charset="0"/>
          <a:ea typeface="方正兰亭中黑_GBK" pitchFamily="2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 baseline="0">
          <a:solidFill>
            <a:schemeClr val="tx1"/>
          </a:solidFill>
          <a:latin typeface="HelveticaNeueLT Pro 55 Roman" pitchFamily="34" charset="0"/>
          <a:ea typeface="方正兰亭黑_GBK" pitchFamily="2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团队面板墙</a:t>
            </a:r>
            <a:endParaRPr lang="zh-CN" alt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SequoiaDB</a:t>
            </a:r>
            <a:r>
              <a:rPr lang="zh-CN" altLang="en-US" dirty="0" smtClean="0"/>
              <a:t>研发部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时间墙</a:t>
            </a:r>
            <a:endParaRPr lang="zh-CN" altLang="en-US" dirty="0"/>
          </a:p>
        </p:txBody>
      </p:sp>
      <p:cxnSp>
        <p:nvCxnSpPr>
          <p:cNvPr id="5" name="Straight Arrow Connector 4"/>
          <p:cNvCxnSpPr/>
          <p:nvPr/>
        </p:nvCxnSpPr>
        <p:spPr>
          <a:xfrm>
            <a:off x="214282" y="6213494"/>
            <a:ext cx="8643998" cy="1588"/>
          </a:xfrm>
          <a:prstGeom prst="straightConnector1">
            <a:avLst/>
          </a:prstGeom>
          <a:ln w="317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rot="5400000">
            <a:off x="-1750263" y="4179099"/>
            <a:ext cx="4357718" cy="1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5400000">
            <a:off x="-679487" y="4178305"/>
            <a:ext cx="4357718" cy="1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rot="5400000">
            <a:off x="463520" y="4178305"/>
            <a:ext cx="4357718" cy="1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5400000">
            <a:off x="1677966" y="4178306"/>
            <a:ext cx="4357718" cy="1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rot="5400000">
            <a:off x="2821770" y="4179100"/>
            <a:ext cx="4357718" cy="1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5400000">
            <a:off x="3892546" y="4178306"/>
            <a:ext cx="4357718" cy="1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5400000">
            <a:off x="5035553" y="4178306"/>
            <a:ext cx="4357718" cy="1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rot="5400000">
            <a:off x="6249999" y="4178307"/>
            <a:ext cx="4357718" cy="158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Story &amp; Task </a:t>
            </a:r>
            <a:r>
              <a:rPr lang="zh-CN" altLang="en-US" dirty="0" smtClean="0"/>
              <a:t>面板墙</a:t>
            </a:r>
            <a:endParaRPr lang="zh-CN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142844" y="1785926"/>
            <a:ext cx="1476385" cy="462115"/>
          </a:xfrm>
          <a:prstGeom prst="rect">
            <a:avLst/>
          </a:prstGeom>
          <a:solidFill>
            <a:srgbClr val="C5E2FF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  <a:effectLst>
            <a:innerShdw blurRad="63500" dist="50800" dir="5400000">
              <a:srgbClr val="99CCFF">
                <a:alpha val="5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开始计划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619229" y="1785926"/>
            <a:ext cx="1476385" cy="462115"/>
          </a:xfrm>
          <a:prstGeom prst="rect">
            <a:avLst/>
          </a:prstGeom>
          <a:solidFill>
            <a:srgbClr val="B9E8FF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分析设计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95615" y="1785926"/>
            <a:ext cx="1476385" cy="462115"/>
          </a:xfrm>
          <a:prstGeom prst="rect">
            <a:avLst/>
          </a:prstGeom>
          <a:solidFill>
            <a:srgbClr val="EFFFE7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代码开发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72000" y="1785926"/>
            <a:ext cx="1476385" cy="462115"/>
          </a:xfrm>
          <a:prstGeom prst="rect">
            <a:avLst/>
          </a:prstGeom>
          <a:solidFill>
            <a:srgbClr val="FDF1ED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验收测试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48385" y="1785926"/>
            <a:ext cx="1476385" cy="462115"/>
          </a:xfrm>
          <a:prstGeom prst="rect">
            <a:avLst/>
          </a:prstGeom>
          <a:solidFill>
            <a:srgbClr val="FFFFE5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优化重构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24771" y="1785926"/>
            <a:ext cx="1476385" cy="46211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 smtClean="0">
                <a:solidFill>
                  <a:schemeClr val="tx1"/>
                </a:solidFill>
              </a:rPr>
              <a:t>提交完成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1541525" y="1939964"/>
            <a:ext cx="155409" cy="23105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Right Arrow 11"/>
          <p:cNvSpPr/>
          <p:nvPr/>
        </p:nvSpPr>
        <p:spPr>
          <a:xfrm>
            <a:off x="3017910" y="1939964"/>
            <a:ext cx="155409" cy="23105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ight Arrow 12"/>
          <p:cNvSpPr/>
          <p:nvPr/>
        </p:nvSpPr>
        <p:spPr>
          <a:xfrm>
            <a:off x="4494296" y="1939964"/>
            <a:ext cx="155409" cy="23105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Right Arrow 13"/>
          <p:cNvSpPr/>
          <p:nvPr/>
        </p:nvSpPr>
        <p:spPr>
          <a:xfrm>
            <a:off x="5970681" y="1939964"/>
            <a:ext cx="155409" cy="23105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Right Arrow 14"/>
          <p:cNvSpPr/>
          <p:nvPr/>
        </p:nvSpPr>
        <p:spPr>
          <a:xfrm>
            <a:off x="7447066" y="1939964"/>
            <a:ext cx="155409" cy="23105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Rectangle 15"/>
          <p:cNvSpPr/>
          <p:nvPr/>
        </p:nvSpPr>
        <p:spPr>
          <a:xfrm>
            <a:off x="142844" y="2248041"/>
            <a:ext cx="1476385" cy="4467107"/>
          </a:xfrm>
          <a:prstGeom prst="rect">
            <a:avLst/>
          </a:prstGeom>
          <a:solidFill>
            <a:srgbClr val="C5E2FF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Rectangle 17"/>
          <p:cNvSpPr/>
          <p:nvPr/>
        </p:nvSpPr>
        <p:spPr>
          <a:xfrm>
            <a:off x="1619229" y="2248041"/>
            <a:ext cx="1476385" cy="4467107"/>
          </a:xfrm>
          <a:prstGeom prst="rect">
            <a:avLst/>
          </a:prstGeom>
          <a:solidFill>
            <a:srgbClr val="B9E8FF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Rectangle 18"/>
          <p:cNvSpPr/>
          <p:nvPr/>
        </p:nvSpPr>
        <p:spPr>
          <a:xfrm>
            <a:off x="3095615" y="2248041"/>
            <a:ext cx="1476385" cy="4467107"/>
          </a:xfrm>
          <a:prstGeom prst="rect">
            <a:avLst/>
          </a:prstGeom>
          <a:solidFill>
            <a:srgbClr val="EFFFE7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Rectangle 19"/>
          <p:cNvSpPr/>
          <p:nvPr/>
        </p:nvSpPr>
        <p:spPr>
          <a:xfrm>
            <a:off x="4572000" y="2248041"/>
            <a:ext cx="1476385" cy="4467107"/>
          </a:xfrm>
          <a:prstGeom prst="rect">
            <a:avLst/>
          </a:prstGeom>
          <a:solidFill>
            <a:srgbClr val="FDF1ED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Rectangle 20"/>
          <p:cNvSpPr/>
          <p:nvPr/>
        </p:nvSpPr>
        <p:spPr>
          <a:xfrm>
            <a:off x="6048385" y="2248041"/>
            <a:ext cx="1476385" cy="4467107"/>
          </a:xfrm>
          <a:prstGeom prst="rect">
            <a:avLst/>
          </a:prstGeom>
          <a:solidFill>
            <a:srgbClr val="FFFFE5"/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Rectangle 21"/>
          <p:cNvSpPr/>
          <p:nvPr/>
        </p:nvSpPr>
        <p:spPr>
          <a:xfrm>
            <a:off x="7524770" y="2248041"/>
            <a:ext cx="1476385" cy="446710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2844" y="3286124"/>
            <a:ext cx="8858312" cy="15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142844" y="4500570"/>
            <a:ext cx="8858312" cy="1588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142844" y="5643578"/>
            <a:ext cx="8858312" cy="15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4572000" y="4286256"/>
            <a:ext cx="4143404" cy="2428892"/>
          </a:xfrm>
          <a:prstGeom prst="rect">
            <a:avLst/>
          </a:prstGeom>
          <a:solidFill>
            <a:srgbClr val="F7FF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7" name="Rectangle 26"/>
          <p:cNvSpPr/>
          <p:nvPr/>
        </p:nvSpPr>
        <p:spPr>
          <a:xfrm>
            <a:off x="428596" y="1857364"/>
            <a:ext cx="4143404" cy="2428892"/>
          </a:xfrm>
          <a:prstGeom prst="rect">
            <a:avLst/>
          </a:prstGeom>
          <a:solidFill>
            <a:srgbClr val="F7FFF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6" name="Rectangle 25"/>
          <p:cNvSpPr/>
          <p:nvPr/>
        </p:nvSpPr>
        <p:spPr>
          <a:xfrm>
            <a:off x="4572000" y="1857364"/>
            <a:ext cx="4143404" cy="2428892"/>
          </a:xfrm>
          <a:prstGeom prst="rect">
            <a:avLst/>
          </a:prstGeom>
          <a:solidFill>
            <a:srgbClr val="E0FFD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Rectangle 24"/>
          <p:cNvSpPr/>
          <p:nvPr/>
        </p:nvSpPr>
        <p:spPr>
          <a:xfrm>
            <a:off x="428596" y="4286256"/>
            <a:ext cx="4143404" cy="2428892"/>
          </a:xfrm>
          <a:prstGeom prst="rect">
            <a:avLst/>
          </a:prstGeom>
          <a:solidFill>
            <a:srgbClr val="ECECE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提升墙</a:t>
            </a:r>
            <a:endParaRPr lang="zh-CN" altLang="en-US" dirty="0"/>
          </a:p>
        </p:txBody>
      </p:sp>
      <p:cxnSp>
        <p:nvCxnSpPr>
          <p:cNvPr id="5" name="Straight Arrow Connector 4"/>
          <p:cNvCxnSpPr>
            <a:stCxn id="16" idx="1"/>
          </p:cNvCxnSpPr>
          <p:nvPr/>
        </p:nvCxnSpPr>
        <p:spPr>
          <a:xfrm rot="10800000" flipH="1">
            <a:off x="428596" y="4286256"/>
            <a:ext cx="8429684" cy="1588"/>
          </a:xfrm>
          <a:prstGeom prst="straightConnector1">
            <a:avLst/>
          </a:prstGeom>
          <a:ln w="19050"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6" idx="2"/>
          </p:cNvCxnSpPr>
          <p:nvPr/>
        </p:nvCxnSpPr>
        <p:spPr>
          <a:xfrm rot="5400000" flipH="1">
            <a:off x="2071670" y="4214818"/>
            <a:ext cx="5000660" cy="1588"/>
          </a:xfrm>
          <a:prstGeom prst="straightConnector1">
            <a:avLst/>
          </a:prstGeom>
          <a:ln w="19050">
            <a:headEnd type="none"/>
            <a:tailEnd type="stealth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76254" y="4019140"/>
            <a:ext cx="12105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600" dirty="0" smtClean="0"/>
              <a:t>时间精准度</a:t>
            </a:r>
            <a:endParaRPr lang="zh-CN" altLang="en-US" sz="1600" dirty="0"/>
          </a:p>
        </p:txBody>
      </p:sp>
      <p:sp>
        <p:nvSpPr>
          <p:cNvPr id="13" name="TextBox 12"/>
          <p:cNvSpPr txBox="1"/>
          <p:nvPr/>
        </p:nvSpPr>
        <p:spPr>
          <a:xfrm>
            <a:off x="4498303" y="1841833"/>
            <a:ext cx="430887" cy="913070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zh-CN" altLang="en-US" sz="1600" dirty="0" smtClean="0"/>
              <a:t>质量优度</a:t>
            </a:r>
            <a:endParaRPr lang="zh-CN" altLang="en-US" sz="1600" dirty="0"/>
          </a:p>
        </p:txBody>
      </p:sp>
      <p:sp>
        <p:nvSpPr>
          <p:cNvPr id="16" name="Rectangle 15"/>
          <p:cNvSpPr/>
          <p:nvPr/>
        </p:nvSpPr>
        <p:spPr>
          <a:xfrm>
            <a:off x="428596" y="1857364"/>
            <a:ext cx="8286808" cy="4857784"/>
          </a:xfrm>
          <a:prstGeom prst="rect">
            <a:avLst/>
          </a:prstGeom>
          <a:noFill/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quoiaDB">
  <a:themeElements>
    <a:clrScheme name="平衡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SequoiaDB</Template>
  <TotalTime>13167</TotalTime>
  <Words>54</Words>
  <Application>Microsoft Office PowerPoint</Application>
  <PresentationFormat>On-screen Show (4:3)</PresentationFormat>
  <Paragraphs>13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SequoiaDB</vt:lpstr>
      <vt:lpstr>团队面板墙</vt:lpstr>
      <vt:lpstr>时间墙</vt:lpstr>
      <vt:lpstr>Story &amp; Task 面板墙</vt:lpstr>
      <vt:lpstr>提升墙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SequoiaDB架构总览</dc:title>
  <dc:creator>taoewang</dc:creator>
  <cp:lastModifiedBy>xujianhui</cp:lastModifiedBy>
  <cp:revision>594</cp:revision>
  <dcterms:created xsi:type="dcterms:W3CDTF">2013-11-01T02:43:08Z</dcterms:created>
  <dcterms:modified xsi:type="dcterms:W3CDTF">2017-08-14T06:57:07Z</dcterms:modified>
</cp:coreProperties>
</file>