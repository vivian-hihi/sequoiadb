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78" r:id="rId2"/>
    <p:sldId id="279" r:id="rId3"/>
    <p:sldId id="277" r:id="rId4"/>
    <p:sldId id="256" r:id="rId5"/>
    <p:sldId id="273" r:id="rId6"/>
    <p:sldId id="275" r:id="rId7"/>
    <p:sldId id="276" r:id="rId8"/>
    <p:sldId id="281" r:id="rId9"/>
    <p:sldId id="282" r:id="rId10"/>
    <p:sldId id="267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C0D7"/>
    <a:srgbClr val="E161FF"/>
    <a:srgbClr val="C0BD2D"/>
    <a:srgbClr val="3DAD78"/>
    <a:srgbClr val="0066FF"/>
    <a:srgbClr val="993366"/>
    <a:srgbClr val="3399FF"/>
    <a:srgbClr val="339966"/>
    <a:srgbClr val="CC00FF"/>
    <a:srgbClr val="0033CC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34587" autoAdjust="0"/>
    <p:restoredTop sz="93208" autoAdjust="0"/>
  </p:normalViewPr>
  <p:slideViewPr>
    <p:cSldViewPr>
      <p:cViewPr varScale="1">
        <p:scale>
          <a:sx n="120" d="100"/>
          <a:sy n="120" d="100"/>
        </p:scale>
        <p:origin x="-138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9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7" d="100"/>
          <a:sy n="97" d="100"/>
        </p:scale>
        <p:origin x="-3666" y="-96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C2289E-693E-47B8-BB40-77D4C037E413}" type="datetimeFigureOut">
              <a:rPr lang="zh-CN" altLang="en-US" smtClean="0"/>
              <a:t>2015/12/30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DB6241-DC1B-43F4-AED7-BA4CFE3329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E46FB-0C22-4315-8E08-4C5C8B3D1168}" type="datetimeFigureOut">
              <a:rPr lang="zh-CN" altLang="en-US" smtClean="0"/>
              <a:pPr/>
              <a:t>2015/12/30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DED305-2F38-4124-B22A-2A7AC7C037B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DED305-2F38-4124-B22A-2A7AC7C037B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57356" y="2571744"/>
            <a:ext cx="7286644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57356" y="3929066"/>
            <a:ext cx="7286644" cy="64294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54485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348" y="4143380"/>
            <a:ext cx="7772400" cy="1362075"/>
          </a:xfrm>
        </p:spPr>
        <p:txBody>
          <a:bodyPr anchor="t">
            <a:normAutofit/>
          </a:bodyPr>
          <a:lstStyle>
            <a:lvl1pPr algn="l">
              <a:defRPr sz="3200" b="1" cap="all">
                <a:solidFill>
                  <a:schemeClr val="bg1"/>
                </a:solidFill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4348" y="2643182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714619"/>
            <a:ext cx="4040188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928802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714619"/>
            <a:ext cx="4041775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71678"/>
            <a:ext cx="5111750" cy="40544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2071678"/>
            <a:ext cx="3008313" cy="40544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1000108"/>
            <a:ext cx="5486400" cy="372746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smtClean="0"/>
              <a:t>Click icon to add picture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43108" y="4357694"/>
            <a:ext cx="7000892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8229600" cy="4197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200" kern="1200" baseline="0">
          <a:solidFill>
            <a:schemeClr val="tx1"/>
          </a:solidFill>
          <a:latin typeface="HelveticaNeueLT Pro 65 Md" pitchFamily="34" charset="0"/>
          <a:ea typeface="方正兰亭中黑_GBK" pitchFamily="2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会议事项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时间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2016-01-04</a:t>
            </a:r>
            <a:r>
              <a:rPr lang="zh-CN" altLang="en-US" dirty="0" smtClean="0"/>
              <a:t>  </a:t>
            </a:r>
            <a:r>
              <a:rPr lang="en-US" altLang="zh-CN" dirty="0" smtClean="0"/>
              <a:t>19:00-21:00</a:t>
            </a:r>
            <a:endParaRPr lang="en-US" altLang="zh-CN" dirty="0" smtClean="0"/>
          </a:p>
          <a:p>
            <a:r>
              <a:rPr lang="zh-CN" altLang="en-US" dirty="0" smtClean="0"/>
              <a:t>地点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深圳会议室</a:t>
            </a:r>
            <a:endParaRPr lang="en-US" altLang="zh-CN" dirty="0" smtClean="0"/>
          </a:p>
          <a:p>
            <a:r>
              <a:rPr lang="zh-CN" altLang="en-US" dirty="0" smtClean="0"/>
              <a:t>参会人员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全体研发人员（开发</a:t>
            </a:r>
            <a:r>
              <a:rPr lang="en-US" altLang="zh-CN" dirty="0" smtClean="0"/>
              <a:t>+</a:t>
            </a:r>
            <a:r>
              <a:rPr lang="zh-CN" altLang="en-US" dirty="0" smtClean="0"/>
              <a:t>测试）</a:t>
            </a:r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4" name="Rounded Rectangle 3"/>
          <p:cNvSpPr/>
          <p:nvPr/>
        </p:nvSpPr>
        <p:spPr>
          <a:xfrm>
            <a:off x="214282" y="1785926"/>
            <a:ext cx="8715436" cy="4929222"/>
          </a:xfrm>
          <a:prstGeom prst="roundRect">
            <a:avLst>
              <a:gd name="adj" fmla="val 594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会议内容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核心主题</a:t>
            </a:r>
            <a:endParaRPr lang="en-US" altLang="zh-CN" dirty="0" smtClean="0"/>
          </a:p>
          <a:p>
            <a:pPr lvl="1"/>
            <a:r>
              <a:rPr lang="zh-CN" altLang="en-US" b="1" dirty="0" smtClean="0">
                <a:solidFill>
                  <a:srgbClr val="FF0000"/>
                </a:solidFill>
              </a:rPr>
              <a:t>按规范做事，一次把事情做对</a:t>
            </a:r>
            <a:endParaRPr lang="en-US" altLang="zh-CN" dirty="0" smtClean="0"/>
          </a:p>
          <a:p>
            <a:r>
              <a:rPr lang="zh-CN" altLang="en-US" dirty="0" smtClean="0"/>
              <a:t>会议目的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总结过去我们的收获和不足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开始对别人说</a:t>
            </a:r>
            <a:r>
              <a:rPr lang="en-US" altLang="zh-CN" dirty="0" smtClean="0"/>
              <a:t>YES</a:t>
            </a:r>
            <a:r>
              <a:rPr lang="zh-CN" altLang="en-US" dirty="0" smtClean="0"/>
              <a:t>对自己说</a:t>
            </a:r>
            <a:r>
              <a:rPr lang="en-US" altLang="zh-CN" dirty="0" smtClean="0"/>
              <a:t>NO</a:t>
            </a:r>
          </a:p>
          <a:p>
            <a:pPr lvl="1"/>
            <a:r>
              <a:rPr lang="zh-CN" altLang="en-US" dirty="0" smtClean="0"/>
              <a:t>一切从规范做起</a:t>
            </a:r>
            <a:endParaRPr lang="en-US" altLang="zh-CN" dirty="0" smtClean="0"/>
          </a:p>
          <a:p>
            <a:r>
              <a:rPr lang="zh-CN" altLang="en-US" dirty="0" smtClean="0"/>
              <a:t>会议方式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参会人员随机分组，</a:t>
            </a:r>
            <a:r>
              <a:rPr lang="en-US" altLang="zh-CN" dirty="0" smtClean="0"/>
              <a:t>4</a:t>
            </a:r>
            <a:r>
              <a:rPr lang="zh-CN" altLang="en-US" dirty="0" smtClean="0"/>
              <a:t>人一组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会议采用小组讨论</a:t>
            </a:r>
            <a:r>
              <a:rPr lang="en-US" altLang="zh-CN" dirty="0" smtClean="0"/>
              <a:t>+</a:t>
            </a:r>
            <a:r>
              <a:rPr lang="zh-CN" altLang="en-US" dirty="0" smtClean="0"/>
              <a:t>代表发言形式开展</a:t>
            </a:r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4" name="Rounded Rectangle 3"/>
          <p:cNvSpPr/>
          <p:nvPr/>
        </p:nvSpPr>
        <p:spPr>
          <a:xfrm>
            <a:off x="214282" y="1785926"/>
            <a:ext cx="8715436" cy="4929222"/>
          </a:xfrm>
          <a:prstGeom prst="roundRect">
            <a:avLst>
              <a:gd name="adj" fmla="val 594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会议要求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在会议上我们要大胆说出真实的想法和感受，不管是骄傲、赞扬，还是不足或评批，这是勇于改进的第一步；</a:t>
            </a:r>
            <a:endParaRPr lang="en-US" altLang="zh-CN" dirty="0" smtClean="0"/>
          </a:p>
          <a:p>
            <a:r>
              <a:rPr lang="zh-CN" altLang="en-US" dirty="0" smtClean="0"/>
              <a:t>会议中讨论的内容、争论，批判等都只存在于会议中，会议结束后只留下我们要执行结论，一切过程都消失；</a:t>
            </a:r>
            <a:endParaRPr lang="en-US" altLang="zh-CN" dirty="0" smtClean="0"/>
          </a:p>
          <a:p>
            <a:r>
              <a:rPr lang="zh-CN" altLang="en-US" dirty="0" smtClean="0"/>
              <a:t>会议上要求一切从</a:t>
            </a:r>
            <a:r>
              <a:rPr lang="zh-CN" altLang="en-US" b="1" dirty="0" smtClean="0">
                <a:solidFill>
                  <a:srgbClr val="FF0000"/>
                </a:solidFill>
              </a:rPr>
              <a:t>自身</a:t>
            </a:r>
            <a:r>
              <a:rPr lang="zh-CN" altLang="en-US" dirty="0" smtClean="0"/>
              <a:t>说起，每人都需要思考和发言，每</a:t>
            </a:r>
            <a:r>
              <a:rPr lang="zh-CN" altLang="en-US" dirty="0" smtClean="0"/>
              <a:t>个</a:t>
            </a:r>
            <a:r>
              <a:rPr lang="zh-CN" altLang="en-US" dirty="0" smtClean="0"/>
              <a:t>人都要求主动</a:t>
            </a:r>
            <a:endParaRPr lang="en-US" altLang="zh-CN" dirty="0" smtClean="0"/>
          </a:p>
        </p:txBody>
      </p:sp>
      <p:sp>
        <p:nvSpPr>
          <p:cNvPr id="4" name="Rounded Rectangle 3"/>
          <p:cNvSpPr/>
          <p:nvPr/>
        </p:nvSpPr>
        <p:spPr>
          <a:xfrm>
            <a:off x="214282" y="1785926"/>
            <a:ext cx="8715436" cy="4929222"/>
          </a:xfrm>
          <a:prstGeom prst="roundRect">
            <a:avLst>
              <a:gd name="adj" fmla="val 594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2016</a:t>
            </a:r>
            <a:r>
              <a:rPr lang="zh-CN" altLang="en-US" dirty="0" smtClean="0"/>
              <a:t>研发流程和质量讨论会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按规范做事，一次把事情做对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回望</a:t>
            </a:r>
            <a:r>
              <a:rPr lang="en-US" altLang="zh-CN" dirty="0" smtClean="0"/>
              <a:t>2015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回顾我们的</a:t>
            </a:r>
            <a:r>
              <a:rPr lang="en-US" altLang="zh-CN" dirty="0" smtClean="0"/>
              <a:t>2015</a:t>
            </a:r>
            <a:r>
              <a:rPr lang="zh-CN" altLang="en-US" dirty="0" smtClean="0"/>
              <a:t>年，谈谈每个人的感想、感悟（</a:t>
            </a:r>
            <a:r>
              <a:rPr lang="en-US" altLang="zh-CN" dirty="0" smtClean="0"/>
              <a:t>25</a:t>
            </a:r>
            <a:r>
              <a:rPr lang="zh-CN" altLang="en-US" dirty="0" smtClean="0"/>
              <a:t>分钟）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有什么事情值得骄傲的？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有什么事情让你记忆最深的？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有什么人对你帮助最大的？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有什么事情让你最想吐槽的？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有什么事情是你最后悔的？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有什么事情是你进步最大的？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……</a:t>
            </a:r>
            <a:endParaRPr lang="en-US" altLang="zh-CN" dirty="0" smtClean="0"/>
          </a:p>
        </p:txBody>
      </p:sp>
      <p:sp>
        <p:nvSpPr>
          <p:cNvPr id="4" name="Rounded Rectangle 3"/>
          <p:cNvSpPr/>
          <p:nvPr/>
        </p:nvSpPr>
        <p:spPr>
          <a:xfrm>
            <a:off x="214282" y="1785926"/>
            <a:ext cx="8715436" cy="4929222"/>
          </a:xfrm>
          <a:prstGeom prst="roundRect">
            <a:avLst>
              <a:gd name="adj" fmla="val 594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开始</a:t>
            </a:r>
            <a:r>
              <a:rPr lang="zh-CN" altLang="en-US" dirty="0" smtClean="0"/>
              <a:t>对别人说</a:t>
            </a:r>
            <a:r>
              <a:rPr lang="en-US" altLang="zh-CN" dirty="0" smtClean="0"/>
              <a:t>YES</a:t>
            </a:r>
            <a:r>
              <a:rPr lang="zh-CN" altLang="en-US" dirty="0" smtClean="0"/>
              <a:t>，对自己说</a:t>
            </a:r>
            <a:r>
              <a:rPr lang="en-US" altLang="zh-CN" dirty="0" smtClean="0"/>
              <a:t>NO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发现他人的优点和自身的不足（</a:t>
            </a:r>
            <a:r>
              <a:rPr lang="en-US" altLang="zh-CN" dirty="0" smtClean="0"/>
              <a:t>25</a:t>
            </a:r>
            <a:r>
              <a:rPr lang="zh-CN" altLang="en-US" dirty="0" smtClean="0"/>
              <a:t>分钟）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从责任、自动性、流程、规范、设计、开发、测试、问题处理、团队合作等方面来发现优点和不足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基于客观清晰事实进行陈述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每人都要求能针对上述清晰事实对他人说</a:t>
            </a:r>
            <a:r>
              <a:rPr lang="en-US" altLang="zh-CN" dirty="0" smtClean="0"/>
              <a:t>YES</a:t>
            </a:r>
            <a:r>
              <a:rPr lang="zh-CN" altLang="en-US" dirty="0" smtClean="0"/>
              <a:t>和对自己说</a:t>
            </a:r>
            <a:r>
              <a:rPr lang="en-US" altLang="zh-CN" dirty="0" smtClean="0"/>
              <a:t>NO</a:t>
            </a:r>
          </a:p>
          <a:p>
            <a:pPr lvl="1"/>
            <a:r>
              <a:rPr lang="en-US" altLang="zh-CN" dirty="0" smtClean="0"/>
              <a:t>……</a:t>
            </a:r>
            <a:endParaRPr lang="en-US" altLang="zh-CN" dirty="0" smtClean="0"/>
          </a:p>
        </p:txBody>
      </p:sp>
      <p:sp>
        <p:nvSpPr>
          <p:cNvPr id="4" name="Rounded Rectangle 3"/>
          <p:cNvSpPr/>
          <p:nvPr/>
        </p:nvSpPr>
        <p:spPr>
          <a:xfrm>
            <a:off x="214282" y="1785926"/>
            <a:ext cx="8715436" cy="4929222"/>
          </a:xfrm>
          <a:prstGeom prst="roundRect">
            <a:avLst>
              <a:gd name="adj" fmla="val 594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我们需要什么样的规范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讨论现状（</a:t>
            </a:r>
            <a:r>
              <a:rPr lang="en-US" altLang="zh-CN" dirty="0" smtClean="0"/>
              <a:t>10</a:t>
            </a:r>
            <a:r>
              <a:rPr lang="zh-CN" altLang="en-US" dirty="0" smtClean="0"/>
              <a:t>分钟）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功能需求来源，任务安排计划等方面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……</a:t>
            </a:r>
          </a:p>
          <a:p>
            <a:pPr lvl="1"/>
            <a:endParaRPr lang="en-US" altLang="zh-CN" dirty="0" smtClean="0"/>
          </a:p>
          <a:p>
            <a:r>
              <a:rPr lang="zh-CN" altLang="en-US" dirty="0" smtClean="0"/>
              <a:t>讨论我们需要哪些规范（</a:t>
            </a:r>
            <a:r>
              <a:rPr lang="en-US" altLang="zh-CN" dirty="0" smtClean="0"/>
              <a:t>30</a:t>
            </a:r>
            <a:r>
              <a:rPr lang="zh-CN" altLang="en-US" dirty="0" smtClean="0"/>
              <a:t>分钟）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功能设计、问题处理、任务计划等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……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4282" y="1785926"/>
            <a:ext cx="8715436" cy="4929222"/>
          </a:xfrm>
          <a:prstGeom prst="roundRect">
            <a:avLst>
              <a:gd name="adj" fmla="val 594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我们如何处理冲突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可能存在哪些冲突（</a:t>
            </a:r>
            <a:r>
              <a:rPr lang="en-US" altLang="zh-CN" dirty="0" smtClean="0"/>
              <a:t>10</a:t>
            </a:r>
            <a:r>
              <a:rPr lang="zh-CN" altLang="en-US" dirty="0" smtClean="0"/>
              <a:t>分钟）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紧急需求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临时任务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r>
              <a:rPr lang="zh-CN" altLang="en-US" dirty="0" smtClean="0"/>
              <a:t>讨论如何冲突的办法（</a:t>
            </a:r>
            <a:r>
              <a:rPr lang="en-US" altLang="zh-CN" dirty="0" smtClean="0"/>
              <a:t>20</a:t>
            </a:r>
            <a:r>
              <a:rPr lang="zh-CN" altLang="en-US" dirty="0" smtClean="0"/>
              <a:t>分钟）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……</a:t>
            </a:r>
            <a:endParaRPr lang="en-US" altLang="zh-CN" dirty="0" smtClean="0"/>
          </a:p>
        </p:txBody>
      </p:sp>
      <p:sp>
        <p:nvSpPr>
          <p:cNvPr id="4" name="Rounded Rectangle 3"/>
          <p:cNvSpPr/>
          <p:nvPr/>
        </p:nvSpPr>
        <p:spPr>
          <a:xfrm>
            <a:off x="214282" y="1785926"/>
            <a:ext cx="8715436" cy="4929222"/>
          </a:xfrm>
          <a:prstGeom prst="roundRect">
            <a:avLst>
              <a:gd name="adj" fmla="val 594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从现在开始</a:t>
            </a:r>
            <a:r>
              <a:rPr lang="en-US" altLang="zh-CN" dirty="0" smtClean="0"/>
              <a:t>……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每个人发表感言（</a:t>
            </a:r>
            <a:r>
              <a:rPr lang="en-US" altLang="zh-CN" dirty="0" smtClean="0"/>
              <a:t>20</a:t>
            </a:r>
            <a:r>
              <a:rPr lang="zh-CN" altLang="en-US" dirty="0" smtClean="0"/>
              <a:t>分钟）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“从现在开始，我的第一步改变是</a:t>
            </a:r>
            <a:r>
              <a:rPr lang="en-US" altLang="zh-CN" dirty="0" smtClean="0"/>
              <a:t>……</a:t>
            </a:r>
            <a:r>
              <a:rPr lang="zh-CN" altLang="en-US" dirty="0" smtClean="0"/>
              <a:t>”</a:t>
            </a:r>
            <a:endParaRPr lang="en-US" altLang="zh-CN" dirty="0" smtClean="0"/>
          </a:p>
        </p:txBody>
      </p:sp>
      <p:sp>
        <p:nvSpPr>
          <p:cNvPr id="4" name="Rounded Rectangle 3"/>
          <p:cNvSpPr/>
          <p:nvPr/>
        </p:nvSpPr>
        <p:spPr>
          <a:xfrm>
            <a:off x="214282" y="1785926"/>
            <a:ext cx="8715436" cy="4929222"/>
          </a:xfrm>
          <a:prstGeom prst="roundRect">
            <a:avLst>
              <a:gd name="adj" fmla="val 594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480" y="2571744"/>
            <a:ext cx="7286644" cy="1214422"/>
          </a:xfrm>
        </p:spPr>
        <p:txBody>
          <a:bodyPr>
            <a:normAutofit/>
          </a:bodyPr>
          <a:lstStyle/>
          <a:p>
            <a:pPr algn="ctr"/>
            <a:r>
              <a:rPr lang="en-US" altLang="zh-CN" sz="4400" dirty="0" smtClean="0"/>
              <a:t>Thanks</a:t>
            </a:r>
            <a:endParaRPr lang="zh-CN" alt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quoiaDB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SequoiaDB</Template>
  <TotalTime>8498</TotalTime>
  <Words>640</Words>
  <Application>Microsoft Office PowerPoint</Application>
  <PresentationFormat>On-screen Show (4:3)</PresentationFormat>
  <Paragraphs>58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SequoiaDB</vt:lpstr>
      <vt:lpstr>会议事项</vt:lpstr>
      <vt:lpstr>会议内容</vt:lpstr>
      <vt:lpstr>会议要求</vt:lpstr>
      <vt:lpstr>2016研发流程和质量讨论会</vt:lpstr>
      <vt:lpstr>回望2015</vt:lpstr>
      <vt:lpstr>开始对别人说YES，对自己说NO</vt:lpstr>
      <vt:lpstr>我们需要什么样的规范</vt:lpstr>
      <vt:lpstr>我们如何处理冲突</vt:lpstr>
      <vt:lpstr>从现在开始……</vt:lpstr>
      <vt:lpstr>Thanks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SequoiaDB架构总览</dc:title>
  <dc:creator>taoewang</dc:creator>
  <cp:lastModifiedBy>xujianhui</cp:lastModifiedBy>
  <cp:revision>349</cp:revision>
  <dcterms:created xsi:type="dcterms:W3CDTF">2013-11-01T02:43:08Z</dcterms:created>
  <dcterms:modified xsi:type="dcterms:W3CDTF">2015-12-30T06:43:04Z</dcterms:modified>
</cp:coreProperties>
</file>