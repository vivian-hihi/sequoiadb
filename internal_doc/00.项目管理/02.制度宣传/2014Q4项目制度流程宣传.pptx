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3" r:id="rId3"/>
    <p:sldId id="271" r:id="rId4"/>
    <p:sldId id="272" r:id="rId5"/>
    <p:sldId id="274" r:id="rId6"/>
    <p:sldId id="267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C0D7"/>
    <a:srgbClr val="E161FF"/>
    <a:srgbClr val="C0BD2D"/>
    <a:srgbClr val="3DAD78"/>
    <a:srgbClr val="0066FF"/>
    <a:srgbClr val="993366"/>
    <a:srgbClr val="3399FF"/>
    <a:srgbClr val="339966"/>
    <a:srgbClr val="CC00FF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3179" autoAdjust="0"/>
  </p:normalViewPr>
  <p:slideViewPr>
    <p:cSldViewPr>
      <p:cViewPr varScale="1">
        <p:scale>
          <a:sx n="96" d="100"/>
          <a:sy n="96" d="100"/>
        </p:scale>
        <p:origin x="-123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2014/11/4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2014Q4</a:t>
            </a:r>
            <a:r>
              <a:rPr lang="zh-CN" altLang="en-US" dirty="0" smtClean="0"/>
              <a:t>项目制度流程宣传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内部会议资料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不断摸索、追求进步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当前面临的问题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版本功能只有开发的人熟悉，其它人员不了解，出了问题只能由开发的人员去定位解决？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引擎内核代码逻辑复杂，看代码不知从哪入手？想熟悉，但进展缓慢？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测试功能不全面，相关或受影响的其它功能测试时容易被忽略？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代码开发过程中缺乏模块设计的经验，缺乏对现有功能体系的了解，缺乏对整体框架的了解，缺乏对多线程互斥的了解等，容易引入各种问题？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……</a:t>
            </a:r>
          </a:p>
          <a:p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0034" y="5929330"/>
            <a:ext cx="8143932" cy="5095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经验来自于实践，从问题中学习更能提升自我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组织结构调整（一）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3286116" y="1928802"/>
            <a:ext cx="1428760" cy="357190"/>
          </a:xfrm>
          <a:prstGeom prst="roundRect">
            <a:avLst/>
          </a:prstGeom>
          <a:solidFill>
            <a:srgbClr val="00B0F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rgbClr val="C00000"/>
                </a:solidFill>
              </a:rPr>
              <a:t>支撑维护组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1.5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86116" y="2500306"/>
            <a:ext cx="1428760" cy="357190"/>
          </a:xfrm>
          <a:prstGeom prst="roundRect">
            <a:avLst/>
          </a:prstGeom>
          <a:solidFill>
            <a:srgbClr val="00B0F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版本开发组</a:t>
            </a:r>
            <a:r>
              <a:rPr lang="en-US" altLang="zh-CN" sz="1400" dirty="0" smtClean="0"/>
              <a:t>5.5</a:t>
            </a:r>
            <a:endParaRPr lang="zh-CN" altLang="en-US" sz="1400" dirty="0"/>
          </a:p>
        </p:txBody>
      </p:sp>
      <p:sp>
        <p:nvSpPr>
          <p:cNvPr id="18" name="Rounded Rectangle 17"/>
          <p:cNvSpPr/>
          <p:nvPr/>
        </p:nvSpPr>
        <p:spPr>
          <a:xfrm>
            <a:off x="3286116" y="3071810"/>
            <a:ext cx="1428760" cy="357190"/>
          </a:xfrm>
          <a:prstGeom prst="roundRect">
            <a:avLst/>
          </a:prstGeom>
          <a:solidFill>
            <a:srgbClr val="00B0F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版本测试组</a:t>
            </a:r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1714480" y="1928802"/>
            <a:ext cx="428628" cy="2143140"/>
          </a:xfrm>
          <a:prstGeom prst="roundRect">
            <a:avLst/>
          </a:prstGeom>
          <a:solidFill>
            <a:srgbClr val="00B0F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研发团队</a:t>
            </a:r>
            <a:endParaRPr lang="en-US" altLang="zh-CN" sz="1400" dirty="0" smtClean="0"/>
          </a:p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1714480" y="4500570"/>
            <a:ext cx="1214446" cy="3571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市场售前</a:t>
            </a:r>
            <a:r>
              <a:rPr lang="en-US" altLang="zh-CN" sz="1400" dirty="0" smtClean="0"/>
              <a:t>5</a:t>
            </a:r>
            <a:endParaRPr lang="zh-CN" altLang="en-US" sz="1400" dirty="0"/>
          </a:p>
        </p:txBody>
      </p:sp>
      <p:sp>
        <p:nvSpPr>
          <p:cNvPr id="24" name="Rounded Rectangle 23"/>
          <p:cNvSpPr/>
          <p:nvPr/>
        </p:nvSpPr>
        <p:spPr>
          <a:xfrm>
            <a:off x="1714480" y="5286388"/>
            <a:ext cx="1214446" cy="3571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其它</a:t>
            </a:r>
            <a:r>
              <a:rPr lang="en-US" altLang="zh-CN" sz="1400" dirty="0" smtClean="0"/>
              <a:t>3</a:t>
            </a:r>
            <a:endParaRPr lang="zh-CN" altLang="en-US" sz="1400" dirty="0"/>
          </a:p>
        </p:txBody>
      </p:sp>
      <p:sp>
        <p:nvSpPr>
          <p:cNvPr id="25" name="Rounded Rectangle 24"/>
          <p:cNvSpPr/>
          <p:nvPr/>
        </p:nvSpPr>
        <p:spPr>
          <a:xfrm>
            <a:off x="428596" y="1928802"/>
            <a:ext cx="642942" cy="464347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巨杉软件</a:t>
            </a:r>
            <a:endParaRPr lang="zh-CN" altLang="en-US" dirty="0"/>
          </a:p>
        </p:txBody>
      </p:sp>
      <p:sp>
        <p:nvSpPr>
          <p:cNvPr id="45" name="Rounded Rectangle 44"/>
          <p:cNvSpPr/>
          <p:nvPr/>
        </p:nvSpPr>
        <p:spPr>
          <a:xfrm>
            <a:off x="5214942" y="1857364"/>
            <a:ext cx="3357586" cy="50006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许建辉</a:t>
            </a:r>
            <a:r>
              <a:rPr lang="en-US" altLang="zh-CN" sz="1200" dirty="0" smtClean="0">
                <a:solidFill>
                  <a:schemeClr val="tx1"/>
                </a:solidFill>
              </a:rPr>
              <a:t>1/4</a:t>
            </a:r>
            <a:r>
              <a:rPr lang="zh-CN" altLang="en-US" sz="1200" dirty="0" smtClean="0">
                <a:solidFill>
                  <a:schemeClr val="tx1"/>
                </a:solidFill>
              </a:rPr>
              <a:t>、林友滨</a:t>
            </a:r>
            <a:r>
              <a:rPr lang="en-US" altLang="zh-CN" sz="1200" dirty="0" smtClean="0">
                <a:solidFill>
                  <a:schemeClr val="tx1"/>
                </a:solidFill>
              </a:rPr>
              <a:t>1/4</a:t>
            </a:r>
            <a:r>
              <a:rPr lang="zh-CN" altLang="en-US" sz="1200" dirty="0" smtClean="0">
                <a:solidFill>
                  <a:schemeClr val="tx1"/>
                </a:solidFill>
              </a:rPr>
              <a:t>、刘圳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r>
              <a:rPr lang="zh-CN" altLang="en-US" sz="1200" dirty="0" smtClean="0">
                <a:solidFill>
                  <a:schemeClr val="tx1"/>
                </a:solidFill>
              </a:rPr>
              <a:t>、谭钊波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r>
              <a:rPr lang="zh-CN" altLang="en-US" sz="1200" dirty="0" smtClean="0">
                <a:solidFill>
                  <a:schemeClr val="tx1"/>
                </a:solidFill>
              </a:rPr>
              <a:t>、陈子川</a:t>
            </a:r>
            <a:r>
              <a:rPr lang="en-US" altLang="zh-CN" sz="1200" dirty="0" smtClean="0">
                <a:solidFill>
                  <a:schemeClr val="tx1"/>
                </a:solidFill>
              </a:rPr>
              <a:t>1/4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1714480" y="6143644"/>
            <a:ext cx="1214446" cy="3571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管理团队</a:t>
            </a:r>
            <a:endParaRPr lang="zh-CN" altLang="en-US" sz="1400" dirty="0"/>
          </a:p>
        </p:txBody>
      </p:sp>
      <p:cxnSp>
        <p:nvCxnSpPr>
          <p:cNvPr id="160" name="Elbow Connector 159"/>
          <p:cNvCxnSpPr>
            <a:stCxn id="25" idx="3"/>
            <a:endCxn id="21" idx="1"/>
          </p:cNvCxnSpPr>
          <p:nvPr/>
        </p:nvCxnSpPr>
        <p:spPr>
          <a:xfrm flipV="1">
            <a:off x="1071538" y="3000372"/>
            <a:ext cx="642942" cy="12501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/>
          <p:cNvCxnSpPr>
            <a:stCxn id="25" idx="3"/>
            <a:endCxn id="22" idx="1"/>
          </p:cNvCxnSpPr>
          <p:nvPr/>
        </p:nvCxnSpPr>
        <p:spPr>
          <a:xfrm>
            <a:off x="1071538" y="4250537"/>
            <a:ext cx="642942" cy="42862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Elbow Connector 167"/>
          <p:cNvCxnSpPr>
            <a:stCxn id="25" idx="3"/>
            <a:endCxn id="24" idx="1"/>
          </p:cNvCxnSpPr>
          <p:nvPr/>
        </p:nvCxnSpPr>
        <p:spPr>
          <a:xfrm>
            <a:off x="1071538" y="4250537"/>
            <a:ext cx="642942" cy="121444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25" idx="3"/>
            <a:endCxn id="140" idx="1"/>
          </p:cNvCxnSpPr>
          <p:nvPr/>
        </p:nvCxnSpPr>
        <p:spPr>
          <a:xfrm>
            <a:off x="1071538" y="4250537"/>
            <a:ext cx="642942" cy="207170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2500298" y="1928802"/>
            <a:ext cx="428628" cy="1500198"/>
          </a:xfrm>
          <a:prstGeom prst="roundRect">
            <a:avLst/>
          </a:prstGeom>
          <a:solidFill>
            <a:srgbClr val="00B0F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数据库产品</a:t>
            </a:r>
            <a:endParaRPr lang="zh-CN" altLang="en-US" sz="1400" dirty="0"/>
          </a:p>
        </p:txBody>
      </p:sp>
      <p:sp>
        <p:nvSpPr>
          <p:cNvPr id="179" name="Rounded Rectangle 178"/>
          <p:cNvSpPr/>
          <p:nvPr/>
        </p:nvSpPr>
        <p:spPr>
          <a:xfrm>
            <a:off x="2500298" y="3705228"/>
            <a:ext cx="2214578" cy="3667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云平台</a:t>
            </a:r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cxnSp>
        <p:nvCxnSpPr>
          <p:cNvPr id="182" name="Elbow Connector 181"/>
          <p:cNvCxnSpPr>
            <a:stCxn id="21" idx="3"/>
            <a:endCxn id="177" idx="1"/>
          </p:cNvCxnSpPr>
          <p:nvPr/>
        </p:nvCxnSpPr>
        <p:spPr>
          <a:xfrm flipV="1">
            <a:off x="2143108" y="2678901"/>
            <a:ext cx="357190" cy="32147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Elbow Connector 183"/>
          <p:cNvCxnSpPr>
            <a:stCxn id="21" idx="3"/>
            <a:endCxn id="179" idx="1"/>
          </p:cNvCxnSpPr>
          <p:nvPr/>
        </p:nvCxnSpPr>
        <p:spPr>
          <a:xfrm>
            <a:off x="2143108" y="3000372"/>
            <a:ext cx="357190" cy="8882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Elbow Connector 185"/>
          <p:cNvCxnSpPr>
            <a:stCxn id="177" idx="3"/>
            <a:endCxn id="15" idx="1"/>
          </p:cNvCxnSpPr>
          <p:nvPr/>
        </p:nvCxnSpPr>
        <p:spPr>
          <a:xfrm flipV="1">
            <a:off x="2928926" y="2107397"/>
            <a:ext cx="357190" cy="571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/>
          <p:cNvCxnSpPr>
            <a:stCxn id="177" idx="3"/>
            <a:endCxn id="17" idx="1"/>
          </p:cNvCxnSpPr>
          <p:nvPr/>
        </p:nvCxnSpPr>
        <p:spPr>
          <a:xfrm>
            <a:off x="2928926" y="2678901"/>
            <a:ext cx="35719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189"/>
          <p:cNvCxnSpPr>
            <a:stCxn id="177" idx="3"/>
            <a:endCxn id="18" idx="1"/>
          </p:cNvCxnSpPr>
          <p:nvPr/>
        </p:nvCxnSpPr>
        <p:spPr>
          <a:xfrm>
            <a:off x="2928926" y="2678901"/>
            <a:ext cx="357190" cy="571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ounded Rectangle 191"/>
          <p:cNvSpPr/>
          <p:nvPr/>
        </p:nvSpPr>
        <p:spPr>
          <a:xfrm>
            <a:off x="5214942" y="2428868"/>
            <a:ext cx="3357586" cy="50006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许建辉</a:t>
            </a:r>
            <a:r>
              <a:rPr lang="en-US" altLang="zh-CN" sz="1200" dirty="0" smtClean="0">
                <a:solidFill>
                  <a:schemeClr val="tx1"/>
                </a:solidFill>
              </a:rPr>
              <a:t>3/4</a:t>
            </a:r>
            <a:r>
              <a:rPr lang="zh-CN" altLang="en-US" sz="1200" dirty="0" smtClean="0">
                <a:solidFill>
                  <a:schemeClr val="tx1"/>
                </a:solidFill>
              </a:rPr>
              <a:t>、武赟、林友滨</a:t>
            </a:r>
            <a:r>
              <a:rPr lang="en-US" altLang="zh-CN" sz="1200" dirty="0" smtClean="0">
                <a:solidFill>
                  <a:schemeClr val="tx1"/>
                </a:solidFill>
              </a:rPr>
              <a:t>3/4</a:t>
            </a:r>
            <a:r>
              <a:rPr lang="zh-CN" altLang="en-US" sz="1200" dirty="0" smtClean="0">
                <a:solidFill>
                  <a:schemeClr val="tx1"/>
                </a:solidFill>
              </a:rPr>
              <a:t>、何嘉文、谭钊波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r>
              <a:rPr lang="zh-CN" altLang="en-US" sz="1200" dirty="0" smtClean="0">
                <a:solidFill>
                  <a:schemeClr val="tx1"/>
                </a:solidFill>
              </a:rPr>
              <a:t>、刘圳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r>
              <a:rPr lang="zh-CN" altLang="en-US" sz="1200" dirty="0" smtClean="0">
                <a:solidFill>
                  <a:schemeClr val="tx1"/>
                </a:solidFill>
              </a:rPr>
              <a:t>、吴易达</a:t>
            </a:r>
            <a:r>
              <a:rPr lang="en-US" altLang="zh-CN" sz="1200" dirty="0" smtClean="0">
                <a:solidFill>
                  <a:schemeClr val="tx1"/>
                </a:solidFill>
              </a:rPr>
              <a:t>(</a:t>
            </a:r>
            <a:r>
              <a:rPr lang="zh-CN" altLang="en-US" sz="1200" dirty="0" smtClean="0">
                <a:solidFill>
                  <a:schemeClr val="tx1"/>
                </a:solidFill>
              </a:rPr>
              <a:t>第二代内核</a:t>
            </a:r>
            <a:r>
              <a:rPr lang="en-US" altLang="zh-CN" sz="1200" dirty="0" smtClean="0">
                <a:solidFill>
                  <a:schemeClr val="tx1"/>
                </a:solidFill>
              </a:rPr>
              <a:t>)</a:t>
            </a:r>
            <a:r>
              <a:rPr lang="zh-CN" altLang="en-US" sz="1200" dirty="0" smtClean="0">
                <a:solidFill>
                  <a:schemeClr val="tx1"/>
                </a:solidFill>
              </a:rPr>
              <a:t>、</a:t>
            </a:r>
            <a:r>
              <a:rPr lang="zh-CN" altLang="en-US" sz="1200" dirty="0" smtClean="0">
                <a:solidFill>
                  <a:schemeClr val="bg1">
                    <a:lumMod val="75000"/>
                  </a:schemeClr>
                </a:solidFill>
              </a:rPr>
              <a:t>李伟超</a:t>
            </a:r>
            <a:endParaRPr lang="zh-CN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5214942" y="3000372"/>
            <a:ext cx="3357586" cy="50006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丁普升、胡晓均、王文净</a:t>
            </a:r>
            <a:r>
              <a:rPr lang="en-US" altLang="zh-CN" sz="1200" dirty="0" smtClean="0">
                <a:solidFill>
                  <a:schemeClr val="tx1"/>
                </a:solidFill>
              </a:rPr>
              <a:t>(</a:t>
            </a:r>
            <a:r>
              <a:rPr lang="zh-CN" altLang="en-US" sz="1200" dirty="0" smtClean="0">
                <a:solidFill>
                  <a:schemeClr val="tx1"/>
                </a:solidFill>
              </a:rPr>
              <a:t>性能</a:t>
            </a:r>
            <a:r>
              <a:rPr lang="en-US" altLang="zh-CN" sz="1200" dirty="0" smtClean="0">
                <a:solidFill>
                  <a:schemeClr val="tx1"/>
                </a:solidFill>
              </a:rPr>
              <a:t>)</a:t>
            </a:r>
            <a:r>
              <a:rPr lang="zh-CN" altLang="en-US" sz="1200" dirty="0" smtClean="0">
                <a:solidFill>
                  <a:schemeClr val="tx1"/>
                </a:solidFill>
              </a:rPr>
              <a:t>、刘武兴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r>
              <a:rPr lang="zh-CN" altLang="en-US" sz="1200" dirty="0" smtClean="0">
                <a:solidFill>
                  <a:schemeClr val="tx1"/>
                </a:solidFill>
              </a:rPr>
              <a:t>、龙阳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4" name="Rounded Rectangle 193"/>
          <p:cNvSpPr/>
          <p:nvPr/>
        </p:nvSpPr>
        <p:spPr>
          <a:xfrm>
            <a:off x="5214942" y="3714752"/>
            <a:ext cx="3357586" cy="3571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李建华、高胜杰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5" name="Rounded Rectangle 194"/>
          <p:cNvSpPr/>
          <p:nvPr/>
        </p:nvSpPr>
        <p:spPr>
          <a:xfrm>
            <a:off x="5214942" y="4357694"/>
            <a:ext cx="3357586" cy="64294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王芳、陈子川</a:t>
            </a:r>
            <a:r>
              <a:rPr lang="en-US" altLang="zh-CN" sz="1200" dirty="0" smtClean="0">
                <a:solidFill>
                  <a:schemeClr val="tx1"/>
                </a:solidFill>
              </a:rPr>
              <a:t>3/4</a:t>
            </a:r>
            <a:r>
              <a:rPr lang="zh-CN" altLang="en-US" sz="1200" dirty="0" smtClean="0">
                <a:solidFill>
                  <a:schemeClr val="tx1"/>
                </a:solidFill>
              </a:rPr>
              <a:t>、李方舟、张文静、龙阳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r>
              <a:rPr lang="zh-CN" altLang="en-US" sz="1200" dirty="0" smtClean="0">
                <a:solidFill>
                  <a:schemeClr val="tx1"/>
                </a:solidFill>
              </a:rPr>
              <a:t>、刘武兴</a:t>
            </a:r>
            <a:r>
              <a:rPr lang="en-US" altLang="zh-CN" sz="1200" dirty="0" smtClean="0">
                <a:solidFill>
                  <a:schemeClr val="tx1"/>
                </a:solidFill>
              </a:rPr>
              <a:t>1/2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7" name="Rounded Rectangle 196"/>
          <p:cNvSpPr/>
          <p:nvPr/>
        </p:nvSpPr>
        <p:spPr>
          <a:xfrm>
            <a:off x="5214942" y="5214950"/>
            <a:ext cx="3357586" cy="50006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400" dirty="0" smtClean="0">
                <a:solidFill>
                  <a:schemeClr val="tx1"/>
                </a:solidFill>
              </a:rPr>
              <a:t>张索男、伍筱莹、黎莉莎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99" name="Straight Arrow Connector 198"/>
          <p:cNvCxnSpPr>
            <a:stCxn id="45" idx="1"/>
            <a:endCxn id="15" idx="3"/>
          </p:cNvCxnSpPr>
          <p:nvPr/>
        </p:nvCxnSpPr>
        <p:spPr>
          <a:xfrm rot="10800000">
            <a:off x="4714876" y="2107397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>
            <a:stCxn id="192" idx="1"/>
            <a:endCxn id="17" idx="3"/>
          </p:cNvCxnSpPr>
          <p:nvPr/>
        </p:nvCxnSpPr>
        <p:spPr>
          <a:xfrm rot="10800000">
            <a:off x="4714876" y="2678901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93" idx="1"/>
            <a:endCxn id="18" idx="3"/>
          </p:cNvCxnSpPr>
          <p:nvPr/>
        </p:nvCxnSpPr>
        <p:spPr>
          <a:xfrm rot="10800000">
            <a:off x="4714876" y="3250405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>
            <a:stCxn id="194" idx="1"/>
            <a:endCxn id="179" idx="3"/>
          </p:cNvCxnSpPr>
          <p:nvPr/>
        </p:nvCxnSpPr>
        <p:spPr>
          <a:xfrm rot="10800000">
            <a:off x="4714876" y="3888585"/>
            <a:ext cx="500066" cy="4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>
            <a:stCxn id="195" idx="1"/>
            <a:endCxn id="22" idx="3"/>
          </p:cNvCxnSpPr>
          <p:nvPr/>
        </p:nvCxnSpPr>
        <p:spPr>
          <a:xfrm rot="10800000">
            <a:off x="2928926" y="4679165"/>
            <a:ext cx="228601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>
            <a:stCxn id="197" idx="1"/>
            <a:endCxn id="24" idx="3"/>
          </p:cNvCxnSpPr>
          <p:nvPr/>
        </p:nvCxnSpPr>
        <p:spPr>
          <a:xfrm rot="10800000">
            <a:off x="2928926" y="5464983"/>
            <a:ext cx="228601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组织结构调整（二）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928802"/>
            <a:ext cx="8229600" cy="4500594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团队职责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支撑维护组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现网版本问题的定位和处理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版本开发组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版本新功能的开发，问题定位处理；资料和文档开发维护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新架构和技术原型开发验证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版本测试组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版本新功能和问题交付测试（包括资料和文档）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版本发布前的完整测试</a:t>
            </a:r>
            <a:endParaRPr lang="en-US" altLang="zh-CN" dirty="0" smtClean="0"/>
          </a:p>
          <a:p>
            <a:r>
              <a:rPr lang="zh-CN" altLang="en-US" b="1" dirty="0" smtClean="0"/>
              <a:t>角色互换</a:t>
            </a:r>
            <a:endParaRPr lang="en-US" altLang="zh-CN" b="1" dirty="0" smtClean="0"/>
          </a:p>
          <a:p>
            <a:pPr lvl="1"/>
            <a:r>
              <a:rPr lang="zh-CN" altLang="en-US" sz="1800" dirty="0" smtClean="0"/>
              <a:t>分组强调的是角色，而不是强调人，同一个人同时可能承担多个角色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各角色定期互换</a:t>
            </a:r>
            <a:endParaRPr lang="en-US" altLang="zh-CN" sz="1800" dirty="0" smtClean="0"/>
          </a:p>
          <a:p>
            <a:endParaRPr lang="en-US" altLang="zh-CN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人员责任划分</a:t>
            </a:r>
            <a:endParaRPr lang="zh-CN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472" y="2176792"/>
          <a:ext cx="7786744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8"/>
                <a:gridCol w="2750364"/>
                <a:gridCol w="1035850"/>
                <a:gridCol w="2857522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人员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负责项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人员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负责项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林友滨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r>
                        <a:rPr lang="zh-CN" altLang="en-US" sz="1400" dirty="0" smtClean="0"/>
                        <a:t>总体开发设计</a:t>
                      </a:r>
                      <a:endParaRPr lang="en-US" altLang="zh-CN" sz="1400" dirty="0" smtClean="0"/>
                    </a:p>
                    <a:p>
                      <a:r>
                        <a:rPr lang="en-US" altLang="zh-CN" sz="1400" dirty="0" smtClean="0"/>
                        <a:t>Java</a:t>
                      </a:r>
                      <a:r>
                        <a:rPr lang="zh-CN" altLang="en-US" sz="1400" dirty="0" smtClean="0"/>
                        <a:t>驱动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谭钊波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C++/C</a:t>
                      </a:r>
                      <a:r>
                        <a:rPr lang="zh-CN" altLang="en-US" sz="1400" dirty="0" smtClean="0"/>
                        <a:t>驱动</a:t>
                      </a:r>
                      <a:r>
                        <a:rPr lang="en-US" altLang="zh-CN" sz="1400" dirty="0" smtClean="0"/>
                        <a:t>/C#</a:t>
                      </a:r>
                      <a:r>
                        <a:rPr lang="zh-CN" altLang="en-US" sz="1400" dirty="0" smtClean="0"/>
                        <a:t>驱动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刘圳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Python</a:t>
                      </a:r>
                      <a:r>
                        <a:rPr lang="zh-CN" altLang="en-US" sz="1400" dirty="0" smtClean="0"/>
                        <a:t>驱动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何嘉文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Web</a:t>
                      </a:r>
                      <a:r>
                        <a:rPr lang="zh-CN" altLang="en-US" sz="1400" dirty="0" smtClean="0"/>
                        <a:t>前端</a:t>
                      </a:r>
                      <a:endParaRPr lang="en-US" altLang="zh-CN" sz="1400" dirty="0" smtClean="0"/>
                    </a:p>
                    <a:p>
                      <a:r>
                        <a:rPr lang="en-US" altLang="zh-CN" sz="1400" dirty="0" smtClean="0"/>
                        <a:t>PHP</a:t>
                      </a:r>
                      <a:r>
                        <a:rPr lang="zh-CN" altLang="en-US" sz="1400" dirty="0" smtClean="0"/>
                        <a:t>驱动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8185</TotalTime>
  <Words>606</Words>
  <Application>Microsoft Office PowerPoint</Application>
  <PresentationFormat>On-screen Show (4:3)</PresentationFormat>
  <Paragraphs>58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SequoiaDB</vt:lpstr>
      <vt:lpstr>2014Q4项目制度流程宣传</vt:lpstr>
      <vt:lpstr>不断摸索、追求进步</vt:lpstr>
      <vt:lpstr>组织结构调整（一）</vt:lpstr>
      <vt:lpstr>组织结构调整（二）</vt:lpstr>
      <vt:lpstr>人员责任划分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320</cp:revision>
  <dcterms:created xsi:type="dcterms:W3CDTF">2013-11-01T02:43:08Z</dcterms:created>
  <dcterms:modified xsi:type="dcterms:W3CDTF">2014-11-04T07:24:27Z</dcterms:modified>
</cp:coreProperties>
</file>