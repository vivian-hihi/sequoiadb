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71" r:id="rId3"/>
    <p:sldId id="268" r:id="rId4"/>
    <p:sldId id="269" r:id="rId5"/>
    <p:sldId id="270" r:id="rId6"/>
    <p:sldId id="267" r:id="rId7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61FF"/>
    <a:srgbClr val="C0BD2D"/>
    <a:srgbClr val="3DAD78"/>
    <a:srgbClr val="0066FF"/>
    <a:srgbClr val="993366"/>
    <a:srgbClr val="13C0D7"/>
    <a:srgbClr val="3399FF"/>
    <a:srgbClr val="339966"/>
    <a:srgbClr val="CC00FF"/>
    <a:srgbClr val="0033CC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3179" autoAdjust="0"/>
  </p:normalViewPr>
  <p:slideViewPr>
    <p:cSldViewPr>
      <p:cViewPr varScale="1">
        <p:scale>
          <a:sx n="96" d="100"/>
          <a:sy n="96" d="100"/>
        </p:scale>
        <p:origin x="-1230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2014/7/15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jira:808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20.200:8080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2014Q3</a:t>
            </a:r>
            <a:r>
              <a:rPr lang="zh-CN" altLang="en-US" dirty="0" smtClean="0"/>
              <a:t>项目制度流程宣传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内部会议资料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例会制度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ounded Rectangle 4"/>
          <p:cNvSpPr/>
          <p:nvPr/>
        </p:nvSpPr>
        <p:spPr>
          <a:xfrm>
            <a:off x="957234" y="2071678"/>
            <a:ext cx="4972088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时间：</a:t>
            </a:r>
            <a:r>
              <a:rPr lang="zh-CN" altLang="en-US" dirty="0" smtClean="0"/>
              <a:t>每周一早上</a:t>
            </a:r>
            <a:r>
              <a:rPr lang="en-US" altLang="zh-CN" dirty="0" smtClean="0"/>
              <a:t>10</a:t>
            </a:r>
            <a:r>
              <a:rPr lang="zh-CN" altLang="en-US" dirty="0" smtClean="0"/>
              <a:t>点至</a:t>
            </a:r>
            <a:r>
              <a:rPr lang="en-US" altLang="zh-CN" dirty="0" smtClean="0"/>
              <a:t>11</a:t>
            </a:r>
            <a:r>
              <a:rPr lang="zh-CN" altLang="en-US" dirty="0" smtClean="0"/>
              <a:t>点</a:t>
            </a:r>
            <a:endParaRPr lang="zh-CN" altLang="en-US" dirty="0"/>
          </a:p>
        </p:txBody>
      </p:sp>
      <p:sp>
        <p:nvSpPr>
          <p:cNvPr id="6" name="Flowchart: Connector 5"/>
          <p:cNvSpPr/>
          <p:nvPr/>
        </p:nvSpPr>
        <p:spPr>
          <a:xfrm>
            <a:off x="428596" y="2185982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1671614" y="3929066"/>
            <a:ext cx="5472154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目的：</a:t>
            </a:r>
            <a:r>
              <a:rPr lang="zh-CN" altLang="en-US" dirty="0" smtClean="0"/>
              <a:t>增强成员的相互了解，提升团队活力</a:t>
            </a:r>
            <a:endParaRPr lang="en-US" altLang="zh-CN" dirty="0" smtClean="0"/>
          </a:p>
        </p:txBody>
      </p:sp>
      <p:sp>
        <p:nvSpPr>
          <p:cNvPr id="8" name="Flowchart: Connector 7"/>
          <p:cNvSpPr/>
          <p:nvPr/>
        </p:nvSpPr>
        <p:spPr>
          <a:xfrm>
            <a:off x="1142976" y="4043370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2100242" y="4857760"/>
            <a:ext cx="5900782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形式：</a:t>
            </a:r>
            <a:r>
              <a:rPr lang="zh-CN" altLang="en-US" dirty="0" smtClean="0"/>
              <a:t>上周回顾、任务跟踪、困难求助、经验分享</a:t>
            </a:r>
            <a:endParaRPr lang="en-US" altLang="zh-CN" dirty="0" smtClean="0"/>
          </a:p>
        </p:txBody>
      </p:sp>
      <p:sp>
        <p:nvSpPr>
          <p:cNvPr id="10" name="Flowchart: Connector 9"/>
          <p:cNvSpPr/>
          <p:nvPr/>
        </p:nvSpPr>
        <p:spPr>
          <a:xfrm>
            <a:off x="1571604" y="4972064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3000372"/>
            <a:ext cx="5143536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主持：</a:t>
            </a:r>
            <a:r>
              <a:rPr lang="zh-CN" altLang="en-US" dirty="0" smtClean="0"/>
              <a:t>团队成员轮流主持</a:t>
            </a:r>
            <a:endParaRPr lang="en-US" altLang="zh-CN" dirty="0" smtClean="0"/>
          </a:p>
        </p:txBody>
      </p:sp>
      <p:sp>
        <p:nvSpPr>
          <p:cNvPr id="12" name="Flowchart: Connector 11"/>
          <p:cNvSpPr/>
          <p:nvPr/>
        </p:nvSpPr>
        <p:spPr>
          <a:xfrm>
            <a:off x="828652" y="3114676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2428860" y="5715016"/>
            <a:ext cx="6286544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输出：</a:t>
            </a:r>
            <a:r>
              <a:rPr lang="en-US" altLang="zh-CN" dirty="0" smtClean="0"/>
              <a:t>《</a:t>
            </a:r>
            <a:r>
              <a:rPr lang="zh-CN" altLang="en-US" dirty="0" smtClean="0"/>
              <a:t>例会纪要</a:t>
            </a:r>
            <a:r>
              <a:rPr lang="en-US" altLang="zh-CN" dirty="0" smtClean="0"/>
              <a:t>》</a:t>
            </a:r>
            <a:r>
              <a:rPr lang="zh-CN" altLang="en-US" dirty="0" smtClean="0"/>
              <a:t>，并归档</a:t>
            </a:r>
            <a:endParaRPr lang="en-US" altLang="zh-CN" dirty="0" smtClean="0"/>
          </a:p>
        </p:txBody>
      </p:sp>
      <p:sp>
        <p:nvSpPr>
          <p:cNvPr id="14" name="Flowchart: Connector 13"/>
          <p:cNvSpPr/>
          <p:nvPr/>
        </p:nvSpPr>
        <p:spPr>
          <a:xfrm>
            <a:off x="1900222" y="5829320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JIRA</a:t>
            </a:r>
            <a:r>
              <a:rPr lang="zh-CN" altLang="en-US" dirty="0" smtClean="0"/>
              <a:t>单流程规范 （</a:t>
            </a:r>
            <a:r>
              <a:rPr lang="en-US" altLang="zh-CN" dirty="0" smtClean="0">
                <a:hlinkClick r:id="rId3"/>
              </a:rPr>
              <a:t>http://jira:8080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749492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606484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8" name="Smiley Face 7"/>
          <p:cNvSpPr/>
          <p:nvPr/>
        </p:nvSpPr>
        <p:spPr>
          <a:xfrm>
            <a:off x="267818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24969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928662" y="2928934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1" name="Down Arrow 10"/>
          <p:cNvSpPr/>
          <p:nvPr/>
        </p:nvSpPr>
        <p:spPr>
          <a:xfrm>
            <a:off x="2178120" y="2428868"/>
            <a:ext cx="642942" cy="428628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Flowchart: Connector 13"/>
          <p:cNvSpPr/>
          <p:nvPr/>
        </p:nvSpPr>
        <p:spPr>
          <a:xfrm>
            <a:off x="400024" y="3043238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16" name="Flowchart: Connector 15"/>
          <p:cNvSpPr/>
          <p:nvPr/>
        </p:nvSpPr>
        <p:spPr>
          <a:xfrm>
            <a:off x="400024" y="4043370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17" name="Rounded Rectangle 16"/>
          <p:cNvSpPr/>
          <p:nvPr/>
        </p:nvSpPr>
        <p:spPr>
          <a:xfrm>
            <a:off x="928662" y="3929066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8" name="Flowchart: Connector 17"/>
          <p:cNvSpPr/>
          <p:nvPr/>
        </p:nvSpPr>
        <p:spPr>
          <a:xfrm>
            <a:off x="400024" y="5043502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19" name="Rounded Rectangle 18"/>
          <p:cNvSpPr/>
          <p:nvPr/>
        </p:nvSpPr>
        <p:spPr>
          <a:xfrm>
            <a:off x="928662" y="4929198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测试人员回归测试</a:t>
            </a:r>
            <a:endParaRPr lang="zh-CN" altLang="en-US" dirty="0"/>
          </a:p>
        </p:txBody>
      </p:sp>
      <p:sp>
        <p:nvSpPr>
          <p:cNvPr id="20" name="Flowchart: Connector 19"/>
          <p:cNvSpPr/>
          <p:nvPr/>
        </p:nvSpPr>
        <p:spPr>
          <a:xfrm>
            <a:off x="400024" y="6043634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21" name="Rounded Rectangle 20"/>
          <p:cNvSpPr/>
          <p:nvPr/>
        </p:nvSpPr>
        <p:spPr>
          <a:xfrm>
            <a:off x="928662" y="5929330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问题提交者确认关闭</a:t>
            </a:r>
            <a:endParaRPr lang="zh-CN" altLang="en-US" dirty="0"/>
          </a:p>
        </p:txBody>
      </p:sp>
      <p:sp>
        <p:nvSpPr>
          <p:cNvPr id="22" name="Down Arrow 21"/>
          <p:cNvSpPr/>
          <p:nvPr/>
        </p:nvSpPr>
        <p:spPr>
          <a:xfrm>
            <a:off x="2178120" y="3643314"/>
            <a:ext cx="642942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Down Arrow 22"/>
          <p:cNvSpPr/>
          <p:nvPr/>
        </p:nvSpPr>
        <p:spPr>
          <a:xfrm>
            <a:off x="2178120" y="4643446"/>
            <a:ext cx="642942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own Arrow 23"/>
          <p:cNvSpPr/>
          <p:nvPr/>
        </p:nvSpPr>
        <p:spPr>
          <a:xfrm>
            <a:off x="2178120" y="5643578"/>
            <a:ext cx="642942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Rounded Rectangular Callout 24"/>
          <p:cNvSpPr/>
          <p:nvPr/>
        </p:nvSpPr>
        <p:spPr>
          <a:xfrm>
            <a:off x="5000628" y="2000240"/>
            <a:ext cx="3714776" cy="1428760"/>
          </a:xfrm>
          <a:prstGeom prst="wedgeRoundRectCallout">
            <a:avLst>
              <a:gd name="adj1" fmla="val -71657"/>
              <a:gd name="adj2" fmla="val 38608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1</a:t>
            </a:r>
            <a:r>
              <a:rPr lang="zh-CN" altLang="en-US" sz="1600" dirty="0" smtClean="0"/>
              <a:t>：标明问题具体现象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2</a:t>
            </a:r>
            <a:r>
              <a:rPr lang="zh-CN" altLang="en-US" sz="1600" dirty="0" smtClean="0"/>
              <a:t>：标明测试环境和步聚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3</a:t>
            </a:r>
            <a:r>
              <a:rPr lang="zh-CN" altLang="en-US" sz="1600" dirty="0" smtClean="0"/>
              <a:t>：标明发生问题的版本信息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4</a:t>
            </a:r>
            <a:r>
              <a:rPr lang="zh-CN" altLang="en-US" sz="1600" dirty="0" smtClean="0"/>
              <a:t>：标明现场定位人员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5</a:t>
            </a:r>
            <a:r>
              <a:rPr lang="zh-CN" altLang="en-US" sz="1600" dirty="0" smtClean="0"/>
              <a:t>：原因未明确的，需收集信息</a:t>
            </a:r>
            <a:endParaRPr lang="en-US" altLang="zh-CN" sz="1600" dirty="0" smtClean="0"/>
          </a:p>
        </p:txBody>
      </p:sp>
      <p:sp>
        <p:nvSpPr>
          <p:cNvPr id="26" name="Rounded Rectangular Callout 25"/>
          <p:cNvSpPr/>
          <p:nvPr/>
        </p:nvSpPr>
        <p:spPr>
          <a:xfrm>
            <a:off x="5000628" y="3786190"/>
            <a:ext cx="3714776" cy="1143008"/>
          </a:xfrm>
          <a:prstGeom prst="wedgeRoundRectCallout">
            <a:avLst>
              <a:gd name="adj1" fmla="val -71341"/>
              <a:gd name="adj2" fmla="val -1145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1</a:t>
            </a:r>
            <a:r>
              <a:rPr lang="zh-CN" altLang="en-US" sz="1600" dirty="0" smtClean="0"/>
              <a:t>：标明问题产生的原因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2</a:t>
            </a:r>
            <a:r>
              <a:rPr lang="zh-CN" altLang="en-US" sz="1600" dirty="0" smtClean="0"/>
              <a:t>：标明修改方案和提交</a:t>
            </a:r>
            <a:r>
              <a:rPr lang="en-US" altLang="zh-CN" sz="1600" dirty="0" smtClean="0"/>
              <a:t>SVN</a:t>
            </a:r>
            <a:r>
              <a:rPr lang="zh-CN" altLang="en-US" sz="1600" dirty="0" smtClean="0"/>
              <a:t>号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3</a:t>
            </a:r>
            <a:r>
              <a:rPr lang="zh-CN" altLang="en-US" sz="1600" dirty="0" smtClean="0"/>
              <a:t>：标明问题重现条件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4</a:t>
            </a:r>
            <a:r>
              <a:rPr lang="zh-CN" altLang="en-US" sz="1600" dirty="0" smtClean="0"/>
              <a:t>：标明问题模块和修复版本</a:t>
            </a:r>
            <a:endParaRPr lang="en-US" altLang="zh-CN" sz="1600" dirty="0" smtClean="0"/>
          </a:p>
        </p:txBody>
      </p:sp>
      <p:sp>
        <p:nvSpPr>
          <p:cNvPr id="27" name="Rounded Rectangular Callout 26"/>
          <p:cNvSpPr/>
          <p:nvPr/>
        </p:nvSpPr>
        <p:spPr>
          <a:xfrm>
            <a:off x="5000628" y="5357826"/>
            <a:ext cx="3714776" cy="785818"/>
          </a:xfrm>
          <a:prstGeom prst="wedgeRoundRectCallout">
            <a:avLst>
              <a:gd name="adj1" fmla="val -71657"/>
              <a:gd name="adj2" fmla="val -6750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1</a:t>
            </a:r>
            <a:r>
              <a:rPr lang="zh-CN" altLang="en-US" sz="1600" dirty="0" smtClean="0"/>
              <a:t>：标明重现条件在新旧版本中的测试结果</a:t>
            </a:r>
            <a:endParaRPr lang="en-US" altLang="zh-CN" sz="1600" dirty="0" smtClean="0"/>
          </a:p>
        </p:txBody>
      </p:sp>
      <p:sp>
        <p:nvSpPr>
          <p:cNvPr id="29" name="Rounded Rectangle 28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流程规范 </a:t>
            </a:r>
            <a:r>
              <a:rPr lang="en-US" altLang="zh-CN" dirty="0" smtClean="0"/>
              <a:t> </a:t>
            </a:r>
            <a:r>
              <a:rPr lang="zh-CN" altLang="en-US" dirty="0" smtClean="0"/>
              <a:t>（</a:t>
            </a:r>
            <a:r>
              <a:rPr lang="en-US" altLang="zh-CN" dirty="0" smtClean="0">
                <a:hlinkClick r:id="rId3"/>
              </a:rPr>
              <a:t>http://192.168.20.200:8080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Straight Connector 5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9" name="Smiley Face 8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5" name="Rounded Rectangle 14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2714620"/>
            <a:ext cx="2428892" cy="107157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、按照用例规范编写用例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8" name="Rounded Rectangular Callout 17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9" name="Rounded Rectangular Callout 18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20" name="Down Arrow 19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Down Arrow 21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Down Arrow 22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Smiley Face 23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8" name="Rounded Rectangle 27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30" name="Down Arrow 29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Down Arrow 31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Down Arrow 32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龙阳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胡晓均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许建辉 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Story</a:t>
            </a:r>
            <a:r>
              <a:rPr lang="zh-CN" altLang="en-US" dirty="0" smtClean="0"/>
              <a:t>开发流程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Smiley Face 4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71472" y="4214818"/>
            <a:ext cx="1928826" cy="92869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15" name="Rounded Rectangle 14"/>
          <p:cNvSpPr/>
          <p:nvPr/>
        </p:nvSpPr>
        <p:spPr>
          <a:xfrm>
            <a:off x="571472" y="5357826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16" name="Rounded Rectangle 1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17" name="Rounded Rectangle 16"/>
          <p:cNvSpPr/>
          <p:nvPr/>
        </p:nvSpPr>
        <p:spPr>
          <a:xfrm>
            <a:off x="571472" y="6072206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19" name="Down Arrow 18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Straight Connector 24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Down Arrow 25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Down Arrow 26"/>
          <p:cNvSpPr/>
          <p:nvPr/>
        </p:nvSpPr>
        <p:spPr>
          <a:xfrm>
            <a:off x="1320864" y="5214950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Down Arrow 27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Down Arrow 31"/>
          <p:cNvSpPr/>
          <p:nvPr/>
        </p:nvSpPr>
        <p:spPr>
          <a:xfrm>
            <a:off x="1320864" y="5929330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ounded Rectangular Callout 32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35" name="Rounded Rectangular Callout 34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37" name="Rounded Rectangular Callout 36"/>
          <p:cNvSpPr/>
          <p:nvPr/>
        </p:nvSpPr>
        <p:spPr>
          <a:xfrm>
            <a:off x="2714612" y="4929198"/>
            <a:ext cx="1643074" cy="642942"/>
          </a:xfrm>
          <a:prstGeom prst="wedgeRoundRectCallout">
            <a:avLst>
              <a:gd name="adj1" fmla="val -64200"/>
              <a:gd name="adj2" fmla="val 5232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38" name="Down Arrow 37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Rounded Rectangular Callout 38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40" name="Rounded Rectangular Callout 39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42" name="Smiley Face 41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7979</TotalTime>
  <Words>732</Words>
  <Application>Microsoft Office PowerPoint</Application>
  <PresentationFormat>On-screen Show (4:3)</PresentationFormat>
  <Paragraphs>87</Paragraphs>
  <Slides>6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SequoiaDB</vt:lpstr>
      <vt:lpstr>2014Q3项目制度流程宣传</vt:lpstr>
      <vt:lpstr>例会制度</vt:lpstr>
      <vt:lpstr>JIRA单流程规范 （http://jira:8080）</vt:lpstr>
      <vt:lpstr>CI流程规范  （http://192.168.20.200:8080）</vt:lpstr>
      <vt:lpstr>Story开发流程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281</cp:revision>
  <dcterms:created xsi:type="dcterms:W3CDTF">2013-11-01T02:43:08Z</dcterms:created>
  <dcterms:modified xsi:type="dcterms:W3CDTF">2014-07-15T05:08:29Z</dcterms:modified>
</cp:coreProperties>
</file>