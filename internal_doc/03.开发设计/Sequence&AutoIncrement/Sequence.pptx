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54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590800" y="381000"/>
            <a:ext cx="3124200" cy="14478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590800" y="2667000"/>
            <a:ext cx="3124200" cy="14478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3200400" y="4953000"/>
            <a:ext cx="1905000" cy="4572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Client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667000" y="457200"/>
            <a:ext cx="885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Catalog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667000" y="2743200"/>
            <a:ext cx="750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Coord</a:t>
            </a:r>
            <a:endParaRPr lang="zh-CN" alt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3505200" y="838200"/>
            <a:ext cx="1295400" cy="609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Sequence</a:t>
            </a:r>
          </a:p>
          <a:p>
            <a:pPr algn="ctr"/>
            <a:r>
              <a:rPr lang="en-US" altLang="zh-CN" dirty="0" smtClean="0"/>
              <a:t>Manager</a:t>
            </a:r>
            <a:endParaRPr lang="zh-CN" alt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3505200" y="3124200"/>
            <a:ext cx="1295400" cy="6096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Sequence</a:t>
            </a:r>
          </a:p>
          <a:p>
            <a:pPr algn="ctr"/>
            <a:r>
              <a:rPr lang="en-US" altLang="zh-CN" dirty="0" smtClean="0"/>
              <a:t>Agent</a:t>
            </a:r>
            <a:endParaRPr lang="zh-CN" altLang="en-US" dirty="0"/>
          </a:p>
        </p:txBody>
      </p:sp>
      <p:cxnSp>
        <p:nvCxnSpPr>
          <p:cNvPr id="12" name="Straight Arrow Connector 11"/>
          <p:cNvCxnSpPr>
            <a:stCxn id="9" idx="2"/>
            <a:endCxn id="10" idx="0"/>
          </p:cNvCxnSpPr>
          <p:nvPr/>
        </p:nvCxnSpPr>
        <p:spPr>
          <a:xfrm rot="5400000">
            <a:off x="3314700" y="2286000"/>
            <a:ext cx="16764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0"/>
            <a:endCxn id="10" idx="2"/>
          </p:cNvCxnSpPr>
          <p:nvPr/>
        </p:nvCxnSpPr>
        <p:spPr>
          <a:xfrm rot="5400000" flipH="1" flipV="1">
            <a:off x="3543300" y="4343400"/>
            <a:ext cx="12192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7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liweichao</dc:creator>
  <cp:lastModifiedBy>david</cp:lastModifiedBy>
  <cp:revision>10</cp:revision>
  <dcterms:created xsi:type="dcterms:W3CDTF">2006-08-16T00:00:00Z</dcterms:created>
  <dcterms:modified xsi:type="dcterms:W3CDTF">2018-07-05T06:14:00Z</dcterms:modified>
</cp:coreProperties>
</file>