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3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900" autoAdjust="0"/>
  </p:normalViewPr>
  <p:slideViewPr>
    <p:cSldViewPr>
      <p:cViewPr varScale="1">
        <p:scale>
          <a:sx n="60" d="100"/>
          <a:sy n="60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B888E-FFA9-45CC-9267-D2A0EECAFC74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7060C-08E2-4D7E-9087-209FC426C1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37060C-08E2-4D7E-9087-209FC426C13C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/>
              <a:t> </a:t>
            </a:r>
            <a:r>
              <a:rPr lang="en-US" altLang="zh-CN" sz="2800" dirty="0" smtClean="0"/>
              <a:t>select </a:t>
            </a:r>
            <a:r>
              <a:rPr lang="zh-CN" altLang="en-US" sz="2800" dirty="0" smtClean="0"/>
              <a:t>* </a:t>
            </a:r>
            <a:r>
              <a:rPr lang="en-US" altLang="zh-CN" sz="2800" dirty="0" smtClean="0"/>
              <a:t>from test where a &gt; 1 or  ( b &gt; 1 and b &lt; 10 ) ;</a:t>
            </a:r>
          </a:p>
        </p:txBody>
      </p:sp>
      <p:sp>
        <p:nvSpPr>
          <p:cNvPr id="14" name="椭圆 13"/>
          <p:cNvSpPr/>
          <p:nvPr/>
        </p:nvSpPr>
        <p:spPr>
          <a:xfrm>
            <a:off x="4120133" y="2629264"/>
            <a:ext cx="543695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076056" y="3789040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915816" y="3789040"/>
            <a:ext cx="742058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a&gt;1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>
            <a:stCxn id="14" idx="3"/>
            <a:endCxn id="19" idx="7"/>
          </p:cNvCxnSpPr>
          <p:nvPr/>
        </p:nvCxnSpPr>
        <p:spPr>
          <a:xfrm flipH="1">
            <a:off x="3549202" y="3072558"/>
            <a:ext cx="650553" cy="792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4" idx="5"/>
            <a:endCxn id="17" idx="1"/>
          </p:cNvCxnSpPr>
          <p:nvPr/>
        </p:nvCxnSpPr>
        <p:spPr>
          <a:xfrm>
            <a:off x="4584206" y="3072558"/>
            <a:ext cx="602833" cy="792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5777979" y="4941168"/>
            <a:ext cx="922388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b&lt;10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420094" y="4925873"/>
            <a:ext cx="757838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</a:rPr>
              <a:t>&gt;1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4" name="直接箭头连接符 33"/>
          <p:cNvCxnSpPr>
            <a:stCxn id="17" idx="3"/>
            <a:endCxn id="32" idx="0"/>
          </p:cNvCxnSpPr>
          <p:nvPr/>
        </p:nvCxnSpPr>
        <p:spPr>
          <a:xfrm flipH="1">
            <a:off x="4799013" y="4232334"/>
            <a:ext cx="388026" cy="693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7" idx="5"/>
            <a:endCxn id="27" idx="0"/>
          </p:cNvCxnSpPr>
          <p:nvPr/>
        </p:nvCxnSpPr>
        <p:spPr>
          <a:xfrm>
            <a:off x="5722911" y="4232334"/>
            <a:ext cx="516262" cy="7088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去除节点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原因</a:t>
            </a:r>
            <a:endParaRPr lang="en-US" altLang="zh-CN" dirty="0" smtClean="0"/>
          </a:p>
          <a:p>
            <a:pPr>
              <a:buNone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en-US" sz="2000" dirty="0" smtClean="0">
                <a:latin typeface="+mn-ea"/>
              </a:rPr>
              <a:t>当字段类型为</a:t>
            </a:r>
            <a:r>
              <a:rPr lang="en-US" altLang="zh-CN" sz="2000" dirty="0" smtClean="0">
                <a:latin typeface="+mn-ea"/>
              </a:rPr>
              <a:t>decimal </a:t>
            </a:r>
          </a:p>
          <a:p>
            <a:pPr>
              <a:buNone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en-US" sz="2000" dirty="0" smtClean="0">
                <a:latin typeface="+mn-ea"/>
              </a:rPr>
              <a:t>当条件为函数 </a:t>
            </a:r>
            <a:r>
              <a:rPr lang="en-US" altLang="zh-CN" sz="2000" dirty="0" smtClean="0">
                <a:latin typeface="+mn-ea"/>
              </a:rPr>
              <a:t>(a in (select * from </a:t>
            </a:r>
            <a:r>
              <a:rPr lang="en-US" altLang="zh-CN" sz="2000" dirty="0" err="1" smtClean="0">
                <a:latin typeface="+mn-ea"/>
              </a:rPr>
              <a:t>other_table</a:t>
            </a:r>
            <a:r>
              <a:rPr lang="en-US" altLang="zh-CN" sz="2000" dirty="0" smtClean="0">
                <a:latin typeface="+mn-ea"/>
              </a:rPr>
              <a:t>))</a:t>
            </a:r>
          </a:p>
          <a:p>
            <a:pPr>
              <a:buNone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en-US" sz="2000" dirty="0" smtClean="0">
                <a:latin typeface="+mn-ea"/>
              </a:rPr>
              <a:t>当条件操作符不支持 </a:t>
            </a:r>
            <a:r>
              <a:rPr lang="en-US" altLang="zh-CN" sz="2000" dirty="0" smtClean="0">
                <a:latin typeface="+mn-ea"/>
              </a:rPr>
              <a:t>( a like ‘a.%’)</a:t>
            </a:r>
          </a:p>
          <a:p>
            <a:pPr>
              <a:buNone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en-US" sz="2000" dirty="0" smtClean="0">
                <a:latin typeface="+mn-ea"/>
              </a:rPr>
              <a:t>代码</a:t>
            </a:r>
            <a:r>
              <a:rPr lang="zh-CN" altLang="en-US" sz="2000" dirty="0" smtClean="0">
                <a:latin typeface="+mn-ea"/>
              </a:rPr>
              <a:t>中的异常</a:t>
            </a:r>
            <a:r>
              <a:rPr lang="zh-CN" altLang="en-US" sz="2000" dirty="0" smtClean="0">
                <a:latin typeface="+mn-ea"/>
              </a:rPr>
              <a:t>分支</a:t>
            </a:r>
            <a:endParaRPr lang="en-US" altLang="zh-CN" sz="2000" dirty="0" smtClean="0">
              <a:latin typeface="+mn-ea"/>
            </a:endParaRPr>
          </a:p>
          <a:p>
            <a:pPr>
              <a:buNone/>
            </a:pPr>
            <a:endParaRPr lang="en-US" altLang="zh-CN" sz="2000" dirty="0" smtClean="0">
              <a:latin typeface="+mn-ea"/>
            </a:endParaRPr>
          </a:p>
          <a:p>
            <a:r>
              <a:rPr lang="zh-CN" altLang="en-US" dirty="0" smtClean="0"/>
              <a:t>原则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	</a:t>
            </a:r>
            <a:r>
              <a:rPr lang="zh-CN" altLang="en-US" sz="2000" dirty="0" smtClean="0">
                <a:latin typeface="+mn-ea"/>
              </a:rPr>
              <a:t>原始的条件树必须为更改后的条件树的</a:t>
            </a:r>
            <a:r>
              <a:rPr lang="zh-CN" altLang="en-US" sz="2000" dirty="0" smtClean="0">
                <a:latin typeface="+mn-ea"/>
              </a:rPr>
              <a:t>子集（通俗讲即，去掉某个条件节点后，符合新条件的记录变多且包含原条件的记录）</a:t>
            </a:r>
            <a:endParaRPr lang="en-US" altLang="zh-CN" sz="20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and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1907704" y="1541497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793780" y="2693626"/>
            <a:ext cx="554084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1353618" y="2678331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5" idx="3"/>
            <a:endCxn id="7" idx="0"/>
          </p:cNvCxnSpPr>
          <p:nvPr/>
        </p:nvCxnSpPr>
        <p:spPr>
          <a:xfrm flipH="1">
            <a:off x="1630661" y="1984791"/>
            <a:ext cx="388026" cy="693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" idx="5"/>
            <a:endCxn id="6" idx="0"/>
          </p:cNvCxnSpPr>
          <p:nvPr/>
        </p:nvCxnSpPr>
        <p:spPr>
          <a:xfrm>
            <a:off x="2554559" y="1984791"/>
            <a:ext cx="516263" cy="7088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右箭头 9"/>
          <p:cNvSpPr/>
          <p:nvPr/>
        </p:nvSpPr>
        <p:spPr>
          <a:xfrm>
            <a:off x="3635896" y="2045553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076056" y="1901537"/>
            <a:ext cx="864096" cy="864096"/>
          </a:xfrm>
          <a:prstGeom prst="ellipse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652120" y="1901537"/>
            <a:ext cx="864096" cy="864096"/>
          </a:xfrm>
          <a:prstGeom prst="ellipse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904075" y="4061777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786521" y="5213906"/>
            <a:ext cx="561344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346360" y="5198611"/>
            <a:ext cx="561344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 smtClean="0">
              <a:solidFill>
                <a:schemeClr val="tx1"/>
              </a:solidFill>
            </a:endParaRPr>
          </a:p>
        </p:txBody>
      </p:sp>
      <p:cxnSp>
        <p:nvCxnSpPr>
          <p:cNvPr id="22" name="直接箭头连接符 21"/>
          <p:cNvCxnSpPr>
            <a:stCxn id="19" idx="3"/>
            <a:endCxn id="21" idx="0"/>
          </p:cNvCxnSpPr>
          <p:nvPr/>
        </p:nvCxnSpPr>
        <p:spPr>
          <a:xfrm flipH="1">
            <a:off x="1627032" y="4505071"/>
            <a:ext cx="388026" cy="693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9" idx="5"/>
            <a:endCxn id="20" idx="0"/>
          </p:cNvCxnSpPr>
          <p:nvPr/>
        </p:nvCxnSpPr>
        <p:spPr>
          <a:xfrm>
            <a:off x="2550930" y="4505071"/>
            <a:ext cx="516263" cy="7088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箭头 23"/>
          <p:cNvSpPr/>
          <p:nvPr/>
        </p:nvSpPr>
        <p:spPr>
          <a:xfrm>
            <a:off x="3632267" y="4565833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5072427" y="4421817"/>
            <a:ext cx="864096" cy="8640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648491" y="4421817"/>
            <a:ext cx="864096" cy="8640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加号 27"/>
          <p:cNvSpPr/>
          <p:nvPr/>
        </p:nvSpPr>
        <p:spPr>
          <a:xfrm rot="2760397">
            <a:off x="1272573" y="5379263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左弧形箭头 28"/>
          <p:cNvSpPr/>
          <p:nvPr/>
        </p:nvSpPr>
        <p:spPr>
          <a:xfrm>
            <a:off x="539552" y="2996952"/>
            <a:ext cx="576064" cy="136815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9552" y="350100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去除条件</a:t>
            </a:r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36" name="椭圆 35"/>
          <p:cNvSpPr/>
          <p:nvPr/>
        </p:nvSpPr>
        <p:spPr>
          <a:xfrm>
            <a:off x="4572000" y="1556792"/>
            <a:ext cx="2592288" cy="15121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4572000" y="4077072"/>
            <a:ext cx="2592288" cy="15121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or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2014774" y="1541497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2793780" y="2693626"/>
            <a:ext cx="554084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1353618" y="2678331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>
            <a:stCxn id="4" idx="3"/>
            <a:endCxn id="6" idx="0"/>
          </p:cNvCxnSpPr>
          <p:nvPr/>
        </p:nvCxnSpPr>
        <p:spPr>
          <a:xfrm flipH="1">
            <a:off x="1630661" y="1984791"/>
            <a:ext cx="463736" cy="693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5" idx="0"/>
          </p:cNvCxnSpPr>
          <p:nvPr/>
        </p:nvCxnSpPr>
        <p:spPr>
          <a:xfrm>
            <a:off x="2478848" y="1984791"/>
            <a:ext cx="591974" cy="7088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右箭头 8"/>
          <p:cNvSpPr/>
          <p:nvPr/>
        </p:nvSpPr>
        <p:spPr>
          <a:xfrm>
            <a:off x="3563888" y="2045553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220072" y="1901537"/>
            <a:ext cx="864096" cy="8640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156176" y="1916832"/>
            <a:ext cx="864096" cy="8640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435081" y="4061777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210457" y="5213906"/>
            <a:ext cx="561344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70296" y="5198611"/>
            <a:ext cx="561344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 smtClean="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12" idx="3"/>
            <a:endCxn id="14" idx="0"/>
          </p:cNvCxnSpPr>
          <p:nvPr/>
        </p:nvCxnSpPr>
        <p:spPr>
          <a:xfrm flipH="1">
            <a:off x="1050968" y="4505071"/>
            <a:ext cx="463736" cy="693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5"/>
            <a:endCxn id="13" idx="0"/>
          </p:cNvCxnSpPr>
          <p:nvPr/>
        </p:nvCxnSpPr>
        <p:spPr>
          <a:xfrm>
            <a:off x="1899155" y="4505071"/>
            <a:ext cx="591974" cy="7088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右箭头 16"/>
          <p:cNvSpPr/>
          <p:nvPr/>
        </p:nvSpPr>
        <p:spPr>
          <a:xfrm>
            <a:off x="2627784" y="4653136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加号 19"/>
          <p:cNvSpPr/>
          <p:nvPr/>
        </p:nvSpPr>
        <p:spPr>
          <a:xfrm rot="2760397">
            <a:off x="696509" y="5379263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弧形箭头 20"/>
          <p:cNvSpPr/>
          <p:nvPr/>
        </p:nvSpPr>
        <p:spPr>
          <a:xfrm>
            <a:off x="179512" y="2996952"/>
            <a:ext cx="576064" cy="136815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5536" y="350100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去除条件</a:t>
            </a:r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23" name="右箭头 22"/>
          <p:cNvSpPr/>
          <p:nvPr/>
        </p:nvSpPr>
        <p:spPr>
          <a:xfrm>
            <a:off x="5868144" y="4653136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4788024" y="1556792"/>
            <a:ext cx="2592288" cy="15121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491880" y="4421817"/>
            <a:ext cx="864096" cy="8640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499992" y="4437112"/>
            <a:ext cx="864096" cy="8640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加号 24"/>
          <p:cNvSpPr/>
          <p:nvPr/>
        </p:nvSpPr>
        <p:spPr>
          <a:xfrm rot="2760397">
            <a:off x="4584941" y="4875206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3203848" y="4149080"/>
            <a:ext cx="2592288" cy="15121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6516216" y="4149080"/>
            <a:ext cx="2592288" cy="151216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全集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not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1931372" y="1541497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011244" y="2564904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>
            <a:stCxn id="4" idx="4"/>
            <a:endCxn id="6" idx="0"/>
          </p:cNvCxnSpPr>
          <p:nvPr/>
        </p:nvCxnSpPr>
        <p:spPr>
          <a:xfrm>
            <a:off x="2286623" y="2060848"/>
            <a:ext cx="1664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右箭头 8"/>
          <p:cNvSpPr/>
          <p:nvPr/>
        </p:nvSpPr>
        <p:spPr>
          <a:xfrm>
            <a:off x="3563888" y="2045553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508104" y="1772816"/>
            <a:ext cx="864096" cy="8640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左弧形箭头 20"/>
          <p:cNvSpPr/>
          <p:nvPr/>
        </p:nvSpPr>
        <p:spPr>
          <a:xfrm>
            <a:off x="539552" y="2996952"/>
            <a:ext cx="576064" cy="136815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9552" y="350100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去除条件</a:t>
            </a:r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29" name="椭圆 28"/>
          <p:cNvSpPr/>
          <p:nvPr/>
        </p:nvSpPr>
        <p:spPr>
          <a:xfrm>
            <a:off x="4644008" y="1484784"/>
            <a:ext cx="2592288" cy="15121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1931372" y="4293096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011244" y="5316503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接箭头连接符 31"/>
          <p:cNvCxnSpPr>
            <a:stCxn id="30" idx="4"/>
            <a:endCxn id="31" idx="0"/>
          </p:cNvCxnSpPr>
          <p:nvPr/>
        </p:nvCxnSpPr>
        <p:spPr>
          <a:xfrm>
            <a:off x="2286623" y="4812447"/>
            <a:ext cx="1664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右箭头 32"/>
          <p:cNvSpPr/>
          <p:nvPr/>
        </p:nvSpPr>
        <p:spPr>
          <a:xfrm>
            <a:off x="3563888" y="4797152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4644008" y="4221088"/>
            <a:ext cx="2592288" cy="151216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全集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加号 35"/>
          <p:cNvSpPr/>
          <p:nvPr/>
        </p:nvSpPr>
        <p:spPr>
          <a:xfrm rot="2760397">
            <a:off x="1920645" y="5523279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两层组合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7812360" y="4725144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12360" y="3974474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21" idx="4"/>
            <a:endCxn id="6" idx="0"/>
          </p:cNvCxnSpPr>
          <p:nvPr/>
        </p:nvCxnSpPr>
        <p:spPr>
          <a:xfrm>
            <a:off x="8167611" y="4493825"/>
            <a:ext cx="0" cy="231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7899524" y="551723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6" name="直接箭头连接符 25"/>
          <p:cNvCxnSpPr>
            <a:stCxn id="6" idx="4"/>
            <a:endCxn id="24" idx="0"/>
          </p:cNvCxnSpPr>
          <p:nvPr/>
        </p:nvCxnSpPr>
        <p:spPr>
          <a:xfrm>
            <a:off x="8167611" y="5244495"/>
            <a:ext cx="8956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6276524" y="4725144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300192" y="3989769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/>
          <p:cNvCxnSpPr>
            <a:stCxn id="28" idx="4"/>
            <a:endCxn id="27" idx="0"/>
          </p:cNvCxnSpPr>
          <p:nvPr/>
        </p:nvCxnSpPr>
        <p:spPr>
          <a:xfrm>
            <a:off x="6655443" y="4509120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5940152" y="551723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接箭头连接符 30"/>
          <p:cNvCxnSpPr>
            <a:stCxn id="27" idx="3"/>
            <a:endCxn id="30" idx="0"/>
          </p:cNvCxnSpPr>
          <p:nvPr/>
        </p:nvCxnSpPr>
        <p:spPr>
          <a:xfrm flipH="1">
            <a:off x="6217195" y="5168438"/>
            <a:ext cx="170312" cy="348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6811070" y="551723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接箭头连接符 34"/>
          <p:cNvCxnSpPr>
            <a:stCxn id="27" idx="5"/>
            <a:endCxn id="33" idx="0"/>
          </p:cNvCxnSpPr>
          <p:nvPr/>
        </p:nvCxnSpPr>
        <p:spPr>
          <a:xfrm>
            <a:off x="6923379" y="5168438"/>
            <a:ext cx="164734" cy="348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/>
          <p:cNvSpPr/>
          <p:nvPr/>
        </p:nvSpPr>
        <p:spPr>
          <a:xfrm>
            <a:off x="6830798" y="2276872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6747396" y="1541497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0" name="直接箭头连接符 39"/>
          <p:cNvCxnSpPr>
            <a:stCxn id="39" idx="4"/>
            <a:endCxn id="38" idx="0"/>
          </p:cNvCxnSpPr>
          <p:nvPr/>
        </p:nvCxnSpPr>
        <p:spPr>
          <a:xfrm>
            <a:off x="7102647" y="2060848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6387356" y="3068960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2" name="直接箭头连接符 41"/>
          <p:cNvCxnSpPr>
            <a:stCxn id="38" idx="3"/>
            <a:endCxn id="41" idx="0"/>
          </p:cNvCxnSpPr>
          <p:nvPr/>
        </p:nvCxnSpPr>
        <p:spPr>
          <a:xfrm flipH="1">
            <a:off x="6664399" y="2720166"/>
            <a:ext cx="246022" cy="348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7258274" y="3068960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>
            <a:stCxn id="38" idx="5"/>
            <a:endCxn id="43" idx="0"/>
          </p:cNvCxnSpPr>
          <p:nvPr/>
        </p:nvCxnSpPr>
        <p:spPr>
          <a:xfrm>
            <a:off x="7294872" y="2720166"/>
            <a:ext cx="240445" cy="348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/>
          <p:cNvSpPr/>
          <p:nvPr/>
        </p:nvSpPr>
        <p:spPr>
          <a:xfrm>
            <a:off x="417514" y="2276872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609870" y="1541497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接箭头连接符 58"/>
          <p:cNvCxnSpPr>
            <a:stCxn id="58" idx="4"/>
            <a:endCxn id="57" idx="0"/>
          </p:cNvCxnSpPr>
          <p:nvPr/>
        </p:nvCxnSpPr>
        <p:spPr>
          <a:xfrm flipH="1">
            <a:off x="689363" y="2060848"/>
            <a:ext cx="29942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>
            <a:off x="93986" y="3068960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1" name="直接箭头连接符 60"/>
          <p:cNvCxnSpPr>
            <a:stCxn id="57" idx="4"/>
            <a:endCxn id="60" idx="0"/>
          </p:cNvCxnSpPr>
          <p:nvPr/>
        </p:nvCxnSpPr>
        <p:spPr>
          <a:xfrm flipH="1">
            <a:off x="371029" y="2796223"/>
            <a:ext cx="318334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/>
          <p:cNvSpPr/>
          <p:nvPr/>
        </p:nvSpPr>
        <p:spPr>
          <a:xfrm>
            <a:off x="705546" y="3068960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/>
          <p:cNvCxnSpPr>
            <a:stCxn id="57" idx="4"/>
            <a:endCxn id="62" idx="0"/>
          </p:cNvCxnSpPr>
          <p:nvPr/>
        </p:nvCxnSpPr>
        <p:spPr>
          <a:xfrm>
            <a:off x="689363" y="2796223"/>
            <a:ext cx="293226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椭圆 88"/>
          <p:cNvSpPr/>
          <p:nvPr/>
        </p:nvSpPr>
        <p:spPr>
          <a:xfrm>
            <a:off x="1065586" y="2261577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0" name="直接箭头连接符 89"/>
          <p:cNvCxnSpPr>
            <a:stCxn id="58" idx="4"/>
            <a:endCxn id="89" idx="0"/>
          </p:cNvCxnSpPr>
          <p:nvPr/>
        </p:nvCxnSpPr>
        <p:spPr>
          <a:xfrm>
            <a:off x="988789" y="2060848"/>
            <a:ext cx="353840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椭圆 98"/>
          <p:cNvSpPr/>
          <p:nvPr/>
        </p:nvSpPr>
        <p:spPr>
          <a:xfrm>
            <a:off x="1907704" y="2292167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2266054" y="1556792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1" name="直接箭头连接符 100"/>
          <p:cNvCxnSpPr>
            <a:stCxn id="100" idx="4"/>
            <a:endCxn id="99" idx="0"/>
          </p:cNvCxnSpPr>
          <p:nvPr/>
        </p:nvCxnSpPr>
        <p:spPr>
          <a:xfrm flipH="1">
            <a:off x="2286623" y="2076143"/>
            <a:ext cx="35835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椭圆 101"/>
          <p:cNvSpPr/>
          <p:nvPr/>
        </p:nvSpPr>
        <p:spPr>
          <a:xfrm>
            <a:off x="1691680" y="308425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3" name="直接箭头连接符 102"/>
          <p:cNvCxnSpPr>
            <a:stCxn id="99" idx="4"/>
            <a:endCxn id="102" idx="0"/>
          </p:cNvCxnSpPr>
          <p:nvPr/>
        </p:nvCxnSpPr>
        <p:spPr>
          <a:xfrm flipH="1">
            <a:off x="1968723" y="2811518"/>
            <a:ext cx="317900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/>
          <p:cNvSpPr/>
          <p:nvPr/>
        </p:nvSpPr>
        <p:spPr>
          <a:xfrm>
            <a:off x="2361730" y="308425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5" name="直接箭头连接符 104"/>
          <p:cNvCxnSpPr>
            <a:stCxn id="99" idx="4"/>
            <a:endCxn id="104" idx="0"/>
          </p:cNvCxnSpPr>
          <p:nvPr/>
        </p:nvCxnSpPr>
        <p:spPr>
          <a:xfrm>
            <a:off x="2286623" y="2811518"/>
            <a:ext cx="352150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/>
          <p:cNvSpPr/>
          <p:nvPr/>
        </p:nvSpPr>
        <p:spPr>
          <a:xfrm>
            <a:off x="2793778" y="227687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7" name="直接箭头连接符 106"/>
          <p:cNvCxnSpPr>
            <a:stCxn id="100" idx="4"/>
            <a:endCxn id="106" idx="0"/>
          </p:cNvCxnSpPr>
          <p:nvPr/>
        </p:nvCxnSpPr>
        <p:spPr>
          <a:xfrm>
            <a:off x="2644973" y="2076143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椭圆 107"/>
          <p:cNvSpPr/>
          <p:nvPr/>
        </p:nvSpPr>
        <p:spPr>
          <a:xfrm>
            <a:off x="3587556" y="2292167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3922238" y="1556792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0" name="直接箭头连接符 109"/>
          <p:cNvCxnSpPr>
            <a:stCxn id="109" idx="4"/>
            <a:endCxn id="108" idx="0"/>
          </p:cNvCxnSpPr>
          <p:nvPr/>
        </p:nvCxnSpPr>
        <p:spPr>
          <a:xfrm flipH="1">
            <a:off x="3942807" y="2076143"/>
            <a:ext cx="35835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椭圆 110"/>
          <p:cNvSpPr/>
          <p:nvPr/>
        </p:nvSpPr>
        <p:spPr>
          <a:xfrm>
            <a:off x="3667428" y="308425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2" name="直接箭头连接符 111"/>
          <p:cNvCxnSpPr>
            <a:stCxn id="108" idx="4"/>
            <a:endCxn id="111" idx="0"/>
          </p:cNvCxnSpPr>
          <p:nvPr/>
        </p:nvCxnSpPr>
        <p:spPr>
          <a:xfrm>
            <a:off x="3942807" y="2811518"/>
            <a:ext cx="1664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椭圆 114"/>
          <p:cNvSpPr/>
          <p:nvPr/>
        </p:nvSpPr>
        <p:spPr>
          <a:xfrm>
            <a:off x="4449962" y="227687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6" name="直接箭头连接符 115"/>
          <p:cNvCxnSpPr>
            <a:stCxn id="109" idx="4"/>
            <a:endCxn id="115" idx="0"/>
          </p:cNvCxnSpPr>
          <p:nvPr/>
        </p:nvCxnSpPr>
        <p:spPr>
          <a:xfrm>
            <a:off x="4301157" y="2076143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椭圆 116"/>
          <p:cNvSpPr/>
          <p:nvPr/>
        </p:nvSpPr>
        <p:spPr>
          <a:xfrm>
            <a:off x="3587556" y="4740439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4029308" y="4005064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9" name="直接箭头连接符 118"/>
          <p:cNvCxnSpPr>
            <a:stCxn id="118" idx="4"/>
            <a:endCxn id="117" idx="0"/>
          </p:cNvCxnSpPr>
          <p:nvPr/>
        </p:nvCxnSpPr>
        <p:spPr>
          <a:xfrm flipH="1">
            <a:off x="3942807" y="4524415"/>
            <a:ext cx="35835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椭圆 119"/>
          <p:cNvSpPr/>
          <p:nvPr/>
        </p:nvSpPr>
        <p:spPr>
          <a:xfrm>
            <a:off x="3667428" y="5532527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1" name="直接箭头连接符 120"/>
          <p:cNvCxnSpPr>
            <a:stCxn id="117" idx="4"/>
            <a:endCxn id="120" idx="0"/>
          </p:cNvCxnSpPr>
          <p:nvPr/>
        </p:nvCxnSpPr>
        <p:spPr>
          <a:xfrm>
            <a:off x="3942807" y="5259790"/>
            <a:ext cx="1664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椭圆 121"/>
          <p:cNvSpPr/>
          <p:nvPr/>
        </p:nvSpPr>
        <p:spPr>
          <a:xfrm>
            <a:off x="4449962" y="4725144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3" name="直接箭头连接符 122"/>
          <p:cNvCxnSpPr>
            <a:stCxn id="118" idx="4"/>
            <a:endCxn id="122" idx="0"/>
          </p:cNvCxnSpPr>
          <p:nvPr/>
        </p:nvCxnSpPr>
        <p:spPr>
          <a:xfrm>
            <a:off x="4301157" y="4524415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椭圆 123"/>
          <p:cNvSpPr/>
          <p:nvPr/>
        </p:nvSpPr>
        <p:spPr>
          <a:xfrm>
            <a:off x="1835696" y="4740439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2301116" y="4005064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6" name="直接箭头连接符 125"/>
          <p:cNvCxnSpPr>
            <a:stCxn id="125" idx="4"/>
            <a:endCxn id="124" idx="0"/>
          </p:cNvCxnSpPr>
          <p:nvPr/>
        </p:nvCxnSpPr>
        <p:spPr>
          <a:xfrm flipH="1">
            <a:off x="2214615" y="4524415"/>
            <a:ext cx="35835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椭圆 126"/>
          <p:cNvSpPr/>
          <p:nvPr/>
        </p:nvSpPr>
        <p:spPr>
          <a:xfrm>
            <a:off x="1619672" y="5532527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8" name="直接箭头连接符 127"/>
          <p:cNvCxnSpPr>
            <a:stCxn id="124" idx="4"/>
            <a:endCxn id="127" idx="0"/>
          </p:cNvCxnSpPr>
          <p:nvPr/>
        </p:nvCxnSpPr>
        <p:spPr>
          <a:xfrm flipH="1">
            <a:off x="1896715" y="5259790"/>
            <a:ext cx="317900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椭圆 128"/>
          <p:cNvSpPr/>
          <p:nvPr/>
        </p:nvSpPr>
        <p:spPr>
          <a:xfrm>
            <a:off x="2289722" y="5532527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0" name="直接箭头连接符 129"/>
          <p:cNvCxnSpPr>
            <a:stCxn id="124" idx="4"/>
            <a:endCxn id="129" idx="0"/>
          </p:cNvCxnSpPr>
          <p:nvPr/>
        </p:nvCxnSpPr>
        <p:spPr>
          <a:xfrm>
            <a:off x="2214615" y="5259790"/>
            <a:ext cx="352150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椭圆 130"/>
          <p:cNvSpPr/>
          <p:nvPr/>
        </p:nvSpPr>
        <p:spPr>
          <a:xfrm>
            <a:off x="2721770" y="4725144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2" name="直接箭头连接符 131"/>
          <p:cNvCxnSpPr>
            <a:stCxn id="125" idx="4"/>
            <a:endCxn id="131" idx="0"/>
          </p:cNvCxnSpPr>
          <p:nvPr/>
        </p:nvCxnSpPr>
        <p:spPr>
          <a:xfrm>
            <a:off x="2572965" y="4524415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椭圆 132"/>
          <p:cNvSpPr/>
          <p:nvPr/>
        </p:nvSpPr>
        <p:spPr>
          <a:xfrm>
            <a:off x="417514" y="4740439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4" name="椭圆 133"/>
          <p:cNvSpPr/>
          <p:nvPr/>
        </p:nvSpPr>
        <p:spPr>
          <a:xfrm>
            <a:off x="716940" y="4005064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5" name="直接箭头连接符 134"/>
          <p:cNvCxnSpPr>
            <a:stCxn id="134" idx="4"/>
            <a:endCxn id="133" idx="0"/>
          </p:cNvCxnSpPr>
          <p:nvPr/>
        </p:nvCxnSpPr>
        <p:spPr>
          <a:xfrm flipH="1">
            <a:off x="689363" y="4524415"/>
            <a:ext cx="29942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椭圆 135"/>
          <p:cNvSpPr/>
          <p:nvPr/>
        </p:nvSpPr>
        <p:spPr>
          <a:xfrm>
            <a:off x="93986" y="5532527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7" name="直接箭头连接符 136"/>
          <p:cNvCxnSpPr>
            <a:stCxn id="133" idx="4"/>
            <a:endCxn id="136" idx="0"/>
          </p:cNvCxnSpPr>
          <p:nvPr/>
        </p:nvCxnSpPr>
        <p:spPr>
          <a:xfrm flipH="1">
            <a:off x="371029" y="5259790"/>
            <a:ext cx="318334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/>
          <p:cNvSpPr/>
          <p:nvPr/>
        </p:nvSpPr>
        <p:spPr>
          <a:xfrm>
            <a:off x="705546" y="5532527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9" name="直接箭头连接符 138"/>
          <p:cNvCxnSpPr>
            <a:stCxn id="133" idx="4"/>
            <a:endCxn id="138" idx="0"/>
          </p:cNvCxnSpPr>
          <p:nvPr/>
        </p:nvCxnSpPr>
        <p:spPr>
          <a:xfrm>
            <a:off x="689363" y="5259790"/>
            <a:ext cx="293226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椭圆 139"/>
          <p:cNvSpPr/>
          <p:nvPr/>
        </p:nvSpPr>
        <p:spPr>
          <a:xfrm>
            <a:off x="1065586" y="4725144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接箭头连接符 140"/>
          <p:cNvCxnSpPr>
            <a:stCxn id="134" idx="4"/>
            <a:endCxn id="140" idx="0"/>
          </p:cNvCxnSpPr>
          <p:nvPr/>
        </p:nvCxnSpPr>
        <p:spPr>
          <a:xfrm>
            <a:off x="988789" y="4524415"/>
            <a:ext cx="353840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两层</a:t>
            </a:r>
            <a:r>
              <a:rPr lang="zh-CN" altLang="en-US" dirty="0" smtClean="0"/>
              <a:t>组合 </a:t>
            </a:r>
            <a:r>
              <a:rPr lang="en-US" altLang="zh-CN" dirty="0" smtClean="0"/>
              <a:t>-and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633538" y="2276872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825894" y="1541497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>
            <a:stCxn id="5" idx="4"/>
            <a:endCxn id="4" idx="0"/>
          </p:cNvCxnSpPr>
          <p:nvPr/>
        </p:nvCxnSpPr>
        <p:spPr>
          <a:xfrm flipH="1">
            <a:off x="905387" y="2060848"/>
            <a:ext cx="29942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10010" y="3068960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4" idx="4"/>
            <a:endCxn id="7" idx="0"/>
          </p:cNvCxnSpPr>
          <p:nvPr/>
        </p:nvCxnSpPr>
        <p:spPr>
          <a:xfrm flipH="1">
            <a:off x="587053" y="2796223"/>
            <a:ext cx="318334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921570" y="3068960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4" idx="4"/>
            <a:endCxn id="9" idx="0"/>
          </p:cNvCxnSpPr>
          <p:nvPr/>
        </p:nvCxnSpPr>
        <p:spPr>
          <a:xfrm>
            <a:off x="905387" y="2796223"/>
            <a:ext cx="293226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281610" y="2261577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/>
          <p:cNvCxnSpPr>
            <a:stCxn id="5" idx="4"/>
            <a:endCxn id="11" idx="0"/>
          </p:cNvCxnSpPr>
          <p:nvPr/>
        </p:nvCxnSpPr>
        <p:spPr>
          <a:xfrm>
            <a:off x="1204813" y="2060848"/>
            <a:ext cx="353840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4972714" y="2292167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331064" y="1556792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14" idx="4"/>
            <a:endCxn id="13" idx="0"/>
          </p:cNvCxnSpPr>
          <p:nvPr/>
        </p:nvCxnSpPr>
        <p:spPr>
          <a:xfrm flipH="1">
            <a:off x="5351633" y="2076143"/>
            <a:ext cx="35835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4756690" y="308425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>
            <a:stCxn id="13" idx="4"/>
            <a:endCxn id="16" idx="0"/>
          </p:cNvCxnSpPr>
          <p:nvPr/>
        </p:nvCxnSpPr>
        <p:spPr>
          <a:xfrm flipH="1">
            <a:off x="5033733" y="2811518"/>
            <a:ext cx="317900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5426740" y="308425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stCxn id="13" idx="4"/>
            <a:endCxn id="18" idx="0"/>
          </p:cNvCxnSpPr>
          <p:nvPr/>
        </p:nvCxnSpPr>
        <p:spPr>
          <a:xfrm>
            <a:off x="5351633" y="2811518"/>
            <a:ext cx="352150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5858788" y="227687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>
            <a:stCxn id="14" idx="4"/>
            <a:endCxn id="20" idx="0"/>
          </p:cNvCxnSpPr>
          <p:nvPr/>
        </p:nvCxnSpPr>
        <p:spPr>
          <a:xfrm>
            <a:off x="5709983" y="2076143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491212" y="4853865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25894" y="4118490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23" idx="4"/>
            <a:endCxn id="22" idx="0"/>
          </p:cNvCxnSpPr>
          <p:nvPr/>
        </p:nvCxnSpPr>
        <p:spPr>
          <a:xfrm flipH="1">
            <a:off x="846463" y="4637841"/>
            <a:ext cx="35835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571084" y="5645953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6" name="直接箭头连接符 25"/>
          <p:cNvCxnSpPr>
            <a:stCxn id="22" idx="4"/>
            <a:endCxn id="25" idx="0"/>
          </p:cNvCxnSpPr>
          <p:nvPr/>
        </p:nvCxnSpPr>
        <p:spPr>
          <a:xfrm>
            <a:off x="846463" y="5373216"/>
            <a:ext cx="1664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1353618" y="4838570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8" name="直接箭头连接符 27"/>
          <p:cNvCxnSpPr>
            <a:stCxn id="23" idx="4"/>
            <a:endCxn id="27" idx="0"/>
          </p:cNvCxnSpPr>
          <p:nvPr/>
        </p:nvCxnSpPr>
        <p:spPr>
          <a:xfrm>
            <a:off x="1204813" y="4637841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3058142" y="1556792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3156550" y="2492896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7" name="直接箭头连接符 36"/>
          <p:cNvCxnSpPr>
            <a:stCxn id="30" idx="4"/>
            <a:endCxn id="36" idx="0"/>
          </p:cNvCxnSpPr>
          <p:nvPr/>
        </p:nvCxnSpPr>
        <p:spPr>
          <a:xfrm flipH="1">
            <a:off x="3433593" y="2076143"/>
            <a:ext cx="3468" cy="4167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加号 37"/>
          <p:cNvSpPr/>
          <p:nvPr/>
        </p:nvSpPr>
        <p:spPr>
          <a:xfrm rot="2760397">
            <a:off x="223787" y="3250691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>
            <a:off x="2051720" y="2204864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7738662" y="1556792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3" name="直接箭头连接符 42"/>
          <p:cNvCxnSpPr>
            <a:stCxn id="42" idx="4"/>
            <a:endCxn id="46" idx="0"/>
          </p:cNvCxnSpPr>
          <p:nvPr/>
        </p:nvCxnSpPr>
        <p:spPr>
          <a:xfrm flipH="1">
            <a:off x="7751341" y="2076143"/>
            <a:ext cx="366240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>
            <a:off x="7474298" y="227687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8266386" y="227687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9" name="直接箭头连接符 48"/>
          <p:cNvCxnSpPr>
            <a:stCxn id="42" idx="4"/>
            <a:endCxn id="48" idx="0"/>
          </p:cNvCxnSpPr>
          <p:nvPr/>
        </p:nvCxnSpPr>
        <p:spPr>
          <a:xfrm>
            <a:off x="8117581" y="2076143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加号 49"/>
          <p:cNvSpPr/>
          <p:nvPr/>
        </p:nvSpPr>
        <p:spPr>
          <a:xfrm rot="2760397">
            <a:off x="4656949" y="3250691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右箭头 51"/>
          <p:cNvSpPr/>
          <p:nvPr/>
        </p:nvSpPr>
        <p:spPr>
          <a:xfrm>
            <a:off x="6516216" y="2204864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加号 52"/>
          <p:cNvSpPr/>
          <p:nvPr/>
        </p:nvSpPr>
        <p:spPr>
          <a:xfrm rot="2760397">
            <a:off x="480485" y="5842979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3022074" y="4133785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3120482" y="5069889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6" name="直接箭头连接符 55"/>
          <p:cNvCxnSpPr>
            <a:stCxn id="54" idx="4"/>
            <a:endCxn id="55" idx="0"/>
          </p:cNvCxnSpPr>
          <p:nvPr/>
        </p:nvCxnSpPr>
        <p:spPr>
          <a:xfrm flipH="1">
            <a:off x="3397525" y="4653136"/>
            <a:ext cx="3468" cy="4167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右箭头 56"/>
          <p:cNvSpPr/>
          <p:nvPr/>
        </p:nvSpPr>
        <p:spPr>
          <a:xfrm>
            <a:off x="2015652" y="4781857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两层</a:t>
            </a:r>
            <a:r>
              <a:rPr lang="zh-CN" altLang="en-US" dirty="0" smtClean="0"/>
              <a:t>组合</a:t>
            </a:r>
            <a:r>
              <a:rPr lang="en-US" altLang="zh-CN" dirty="0" smtClean="0"/>
              <a:t>-or</a:t>
            </a:r>
            <a:endParaRPr lang="zh-CN" altLang="en-US" dirty="0"/>
          </a:p>
        </p:txBody>
      </p:sp>
      <p:sp>
        <p:nvSpPr>
          <p:cNvPr id="29" name="椭圆 28"/>
          <p:cNvSpPr/>
          <p:nvPr/>
        </p:nvSpPr>
        <p:spPr>
          <a:xfrm>
            <a:off x="419204" y="4781857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60956" y="4046482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接箭头连接符 30"/>
          <p:cNvCxnSpPr>
            <a:stCxn id="30" idx="4"/>
            <a:endCxn id="29" idx="0"/>
          </p:cNvCxnSpPr>
          <p:nvPr/>
        </p:nvCxnSpPr>
        <p:spPr>
          <a:xfrm flipH="1">
            <a:off x="774455" y="4565833"/>
            <a:ext cx="35835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499076" y="557394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3" name="直接箭头连接符 32"/>
          <p:cNvCxnSpPr>
            <a:stCxn id="29" idx="4"/>
            <a:endCxn id="32" idx="0"/>
          </p:cNvCxnSpPr>
          <p:nvPr/>
        </p:nvCxnSpPr>
        <p:spPr>
          <a:xfrm>
            <a:off x="774455" y="5301208"/>
            <a:ext cx="1664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1281610" y="476656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接箭头连接符 34"/>
          <p:cNvCxnSpPr>
            <a:stCxn id="30" idx="4"/>
            <a:endCxn id="34" idx="0"/>
          </p:cNvCxnSpPr>
          <p:nvPr/>
        </p:nvCxnSpPr>
        <p:spPr>
          <a:xfrm>
            <a:off x="1132805" y="4565833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/>
          <p:cNvSpPr/>
          <p:nvPr/>
        </p:nvSpPr>
        <p:spPr>
          <a:xfrm>
            <a:off x="4355976" y="2405593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4821396" y="1670218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接箭头连接符 37"/>
          <p:cNvCxnSpPr>
            <a:stCxn id="37" idx="4"/>
            <a:endCxn id="36" idx="0"/>
          </p:cNvCxnSpPr>
          <p:nvPr/>
        </p:nvCxnSpPr>
        <p:spPr>
          <a:xfrm flipH="1">
            <a:off x="4734895" y="2189569"/>
            <a:ext cx="35835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4139952" y="3197681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0" name="直接箭头连接符 39"/>
          <p:cNvCxnSpPr>
            <a:stCxn id="36" idx="4"/>
            <a:endCxn id="39" idx="0"/>
          </p:cNvCxnSpPr>
          <p:nvPr/>
        </p:nvCxnSpPr>
        <p:spPr>
          <a:xfrm flipH="1">
            <a:off x="4416995" y="2924944"/>
            <a:ext cx="317900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4810002" y="3197681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2" name="直接箭头连接符 41"/>
          <p:cNvCxnSpPr>
            <a:stCxn id="36" idx="4"/>
            <a:endCxn id="41" idx="0"/>
          </p:cNvCxnSpPr>
          <p:nvPr/>
        </p:nvCxnSpPr>
        <p:spPr>
          <a:xfrm>
            <a:off x="4734895" y="2924944"/>
            <a:ext cx="352150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5242050" y="2390298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>
            <a:stCxn id="37" idx="4"/>
            <a:endCxn id="43" idx="0"/>
          </p:cNvCxnSpPr>
          <p:nvPr/>
        </p:nvCxnSpPr>
        <p:spPr>
          <a:xfrm>
            <a:off x="5093245" y="2189569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561530" y="2405593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860956" y="1670218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7" name="直接箭头连接符 46"/>
          <p:cNvCxnSpPr>
            <a:stCxn id="46" idx="4"/>
            <a:endCxn id="45" idx="0"/>
          </p:cNvCxnSpPr>
          <p:nvPr/>
        </p:nvCxnSpPr>
        <p:spPr>
          <a:xfrm flipH="1">
            <a:off x="833379" y="2189569"/>
            <a:ext cx="29942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238002" y="3197681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9" name="直接箭头连接符 48"/>
          <p:cNvCxnSpPr>
            <a:stCxn id="45" idx="4"/>
            <a:endCxn id="48" idx="0"/>
          </p:cNvCxnSpPr>
          <p:nvPr/>
        </p:nvCxnSpPr>
        <p:spPr>
          <a:xfrm flipH="1">
            <a:off x="515045" y="2924944"/>
            <a:ext cx="318334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849562" y="3197681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/>
          <p:cNvCxnSpPr>
            <a:stCxn id="45" idx="4"/>
            <a:endCxn id="50" idx="0"/>
          </p:cNvCxnSpPr>
          <p:nvPr/>
        </p:nvCxnSpPr>
        <p:spPr>
          <a:xfrm>
            <a:off x="833379" y="2924944"/>
            <a:ext cx="293226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椭圆 51"/>
          <p:cNvSpPr/>
          <p:nvPr/>
        </p:nvSpPr>
        <p:spPr>
          <a:xfrm>
            <a:off x="1209602" y="2390298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52"/>
          <p:cNvCxnSpPr>
            <a:stCxn id="46" idx="4"/>
            <a:endCxn id="52" idx="0"/>
          </p:cNvCxnSpPr>
          <p:nvPr/>
        </p:nvCxnSpPr>
        <p:spPr>
          <a:xfrm>
            <a:off x="1132805" y="2189569"/>
            <a:ext cx="353840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右箭头 56"/>
          <p:cNvSpPr/>
          <p:nvPr/>
        </p:nvSpPr>
        <p:spPr>
          <a:xfrm>
            <a:off x="1907704" y="2348880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加号 66"/>
          <p:cNvSpPr/>
          <p:nvPr/>
        </p:nvSpPr>
        <p:spPr>
          <a:xfrm rot="2760397">
            <a:off x="136211" y="3378941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2865786" y="2276872"/>
            <a:ext cx="698102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all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7413684" y="1670218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1" name="直接箭头连接符 70"/>
          <p:cNvCxnSpPr>
            <a:stCxn id="70" idx="4"/>
            <a:endCxn id="74" idx="0"/>
          </p:cNvCxnSpPr>
          <p:nvPr/>
        </p:nvCxnSpPr>
        <p:spPr>
          <a:xfrm flipH="1">
            <a:off x="7369323" y="2189569"/>
            <a:ext cx="31621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/>
        </p:nvSpPr>
        <p:spPr>
          <a:xfrm>
            <a:off x="7092280" y="2405593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7834338" y="2390298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7" name="直接箭头连接符 76"/>
          <p:cNvCxnSpPr>
            <a:stCxn id="70" idx="4"/>
            <a:endCxn id="76" idx="0"/>
          </p:cNvCxnSpPr>
          <p:nvPr/>
        </p:nvCxnSpPr>
        <p:spPr>
          <a:xfrm>
            <a:off x="7685533" y="2189569"/>
            <a:ext cx="425848" cy="20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右箭头 77"/>
          <p:cNvSpPr/>
          <p:nvPr/>
        </p:nvSpPr>
        <p:spPr>
          <a:xfrm>
            <a:off x="5940152" y="2348880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加号 78"/>
          <p:cNvSpPr/>
          <p:nvPr/>
        </p:nvSpPr>
        <p:spPr>
          <a:xfrm rot="2760397">
            <a:off x="4040211" y="3363039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加号 80"/>
          <p:cNvSpPr/>
          <p:nvPr/>
        </p:nvSpPr>
        <p:spPr>
          <a:xfrm rot="2760397">
            <a:off x="408477" y="5739303"/>
            <a:ext cx="7348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右箭头 81"/>
          <p:cNvSpPr/>
          <p:nvPr/>
        </p:nvSpPr>
        <p:spPr>
          <a:xfrm>
            <a:off x="1907704" y="4581128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>
            <a:off x="2865786" y="4509120"/>
            <a:ext cx="698102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all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两层</a:t>
            </a:r>
            <a:r>
              <a:rPr lang="zh-CN" altLang="en-US" dirty="0" smtClean="0"/>
              <a:t>组合</a:t>
            </a:r>
            <a:r>
              <a:rPr lang="en-US" altLang="zh-CN" dirty="0" smtClean="0"/>
              <a:t>-not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683568" y="5187782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683568" y="4437112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>
            <a:stCxn id="5" idx="4"/>
            <a:endCxn id="4" idx="0"/>
          </p:cNvCxnSpPr>
          <p:nvPr/>
        </p:nvCxnSpPr>
        <p:spPr>
          <a:xfrm>
            <a:off x="1038819" y="4956463"/>
            <a:ext cx="0" cy="231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770732" y="5979870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4" idx="4"/>
            <a:endCxn id="7" idx="0"/>
          </p:cNvCxnSpPr>
          <p:nvPr/>
        </p:nvCxnSpPr>
        <p:spPr>
          <a:xfrm>
            <a:off x="1038819" y="5707133"/>
            <a:ext cx="8956" cy="2727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5124396" y="2621617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148064" y="1886242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>
            <a:stCxn id="10" idx="4"/>
            <a:endCxn id="9" idx="0"/>
          </p:cNvCxnSpPr>
          <p:nvPr/>
        </p:nvCxnSpPr>
        <p:spPr>
          <a:xfrm>
            <a:off x="5503315" y="2405593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4788024" y="341370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>
            <a:stCxn id="9" idx="3"/>
            <a:endCxn id="12" idx="0"/>
          </p:cNvCxnSpPr>
          <p:nvPr/>
        </p:nvCxnSpPr>
        <p:spPr>
          <a:xfrm flipH="1">
            <a:off x="5065067" y="3064911"/>
            <a:ext cx="170312" cy="348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5658942" y="341370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9" idx="5"/>
            <a:endCxn id="14" idx="0"/>
          </p:cNvCxnSpPr>
          <p:nvPr/>
        </p:nvCxnSpPr>
        <p:spPr>
          <a:xfrm>
            <a:off x="5771251" y="3064911"/>
            <a:ext cx="164734" cy="348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782126" y="2621617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98724" y="1886242"/>
            <a:ext cx="710501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17"/>
          <p:cNvCxnSpPr>
            <a:stCxn id="17" idx="4"/>
            <a:endCxn id="16" idx="0"/>
          </p:cNvCxnSpPr>
          <p:nvPr/>
        </p:nvCxnSpPr>
        <p:spPr>
          <a:xfrm>
            <a:off x="1053975" y="2405593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338684" y="341370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stCxn id="16" idx="3"/>
            <a:endCxn id="19" idx="0"/>
          </p:cNvCxnSpPr>
          <p:nvPr/>
        </p:nvCxnSpPr>
        <p:spPr>
          <a:xfrm flipH="1">
            <a:off x="615727" y="3064911"/>
            <a:ext cx="246022" cy="348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209602" y="3413705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接箭头连接符 21"/>
          <p:cNvCxnSpPr>
            <a:stCxn id="16" idx="5"/>
            <a:endCxn id="21" idx="0"/>
          </p:cNvCxnSpPr>
          <p:nvPr/>
        </p:nvCxnSpPr>
        <p:spPr>
          <a:xfrm>
            <a:off x="1246200" y="3064911"/>
            <a:ext cx="240445" cy="348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1520" y="134076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注：</a:t>
            </a:r>
            <a:r>
              <a:rPr lang="en-US" altLang="zh-CN" dirty="0" smtClean="0">
                <a:solidFill>
                  <a:srgbClr val="FF0000"/>
                </a:solidFill>
              </a:rPr>
              <a:t>pg</a:t>
            </a:r>
            <a:r>
              <a:rPr lang="zh-CN" altLang="en-US" dirty="0" smtClean="0">
                <a:solidFill>
                  <a:srgbClr val="FF0000"/>
                </a:solidFill>
              </a:rPr>
              <a:t>会重写条件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195336" y="1886242"/>
            <a:ext cx="757838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2858964" y="263691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!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8" name="直接箭头连接符 27"/>
          <p:cNvCxnSpPr>
            <a:stCxn id="25" idx="3"/>
            <a:endCxn id="27" idx="0"/>
          </p:cNvCxnSpPr>
          <p:nvPr/>
        </p:nvCxnSpPr>
        <p:spPr>
          <a:xfrm flipH="1">
            <a:off x="3136007" y="2329536"/>
            <a:ext cx="170312" cy="307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729882" y="2636912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!B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接箭头连接符 29"/>
          <p:cNvCxnSpPr>
            <a:stCxn id="25" idx="5"/>
            <a:endCxn id="29" idx="0"/>
          </p:cNvCxnSpPr>
          <p:nvPr/>
        </p:nvCxnSpPr>
        <p:spPr>
          <a:xfrm>
            <a:off x="3842191" y="2329536"/>
            <a:ext cx="164734" cy="307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右箭头 30"/>
          <p:cNvSpPr/>
          <p:nvPr/>
        </p:nvSpPr>
        <p:spPr>
          <a:xfrm>
            <a:off x="1907704" y="2564904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7550878" y="1870947"/>
            <a:ext cx="543697" cy="519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7107436" y="2621617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!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>
            <a:stCxn id="34" idx="3"/>
            <a:endCxn id="35" idx="0"/>
          </p:cNvCxnSpPr>
          <p:nvPr/>
        </p:nvCxnSpPr>
        <p:spPr>
          <a:xfrm flipH="1">
            <a:off x="7384479" y="2314241"/>
            <a:ext cx="246022" cy="307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/>
        </p:nvSpPr>
        <p:spPr>
          <a:xfrm>
            <a:off x="7978354" y="2621617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!B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接箭头连接符 37"/>
          <p:cNvCxnSpPr>
            <a:stCxn id="34" idx="5"/>
            <a:endCxn id="37" idx="0"/>
          </p:cNvCxnSpPr>
          <p:nvPr/>
        </p:nvCxnSpPr>
        <p:spPr>
          <a:xfrm>
            <a:off x="8014952" y="2314241"/>
            <a:ext cx="240445" cy="307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6156176" y="2549609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>
            <a:off x="1907704" y="5157192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3081810" y="5085184"/>
            <a:ext cx="554086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38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三</a:t>
            </a:r>
            <a:r>
              <a:rPr lang="zh-CN" altLang="en-US" dirty="0" smtClean="0"/>
              <a:t>层组合</a:t>
            </a:r>
            <a:r>
              <a:rPr lang="en-US" altLang="zh-CN" dirty="0" smtClean="0"/>
              <a:t>-and</a:t>
            </a:r>
            <a:endParaRPr lang="zh-CN" altLang="en-US" dirty="0"/>
          </a:p>
        </p:txBody>
      </p:sp>
      <p:grpSp>
        <p:nvGrpSpPr>
          <p:cNvPr id="139" name="组合 138"/>
          <p:cNvGrpSpPr/>
          <p:nvPr/>
        </p:nvGrpSpPr>
        <p:grpSpPr>
          <a:xfrm>
            <a:off x="2027010" y="1124744"/>
            <a:ext cx="2144474" cy="2550870"/>
            <a:chOff x="51262" y="1541497"/>
            <a:chExt cx="2144474" cy="2910910"/>
          </a:xfrm>
        </p:grpSpPr>
        <p:sp>
          <p:nvSpPr>
            <p:cNvPr id="40" name="椭圆 39"/>
            <p:cNvSpPr/>
            <p:nvPr/>
          </p:nvSpPr>
          <p:spPr>
            <a:xfrm>
              <a:off x="645810" y="2261577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113926" y="1541497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接箭头连接符 41"/>
            <p:cNvCxnSpPr>
              <a:stCxn id="41" idx="4"/>
              <a:endCxn id="40" idx="0"/>
            </p:cNvCxnSpPr>
            <p:nvPr/>
          </p:nvCxnSpPr>
          <p:spPr>
            <a:xfrm flipH="1">
              <a:off x="1024729" y="2060848"/>
              <a:ext cx="468116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/>
            <p:cNvSpPr/>
            <p:nvPr/>
          </p:nvSpPr>
          <p:spPr>
            <a:xfrm>
              <a:off x="51262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直接箭头连接符 43"/>
            <p:cNvCxnSpPr>
              <a:stCxn id="40" idx="4"/>
              <a:endCxn id="92" idx="0"/>
            </p:cNvCxnSpPr>
            <p:nvPr/>
          </p:nvCxnSpPr>
          <p:spPr>
            <a:xfrm flipH="1">
              <a:off x="630439" y="2780928"/>
              <a:ext cx="39429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1187624" y="3068960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直接箭头连接符 45"/>
            <p:cNvCxnSpPr>
              <a:stCxn id="40" idx="4"/>
              <a:endCxn id="45" idx="0"/>
            </p:cNvCxnSpPr>
            <p:nvPr/>
          </p:nvCxnSpPr>
          <p:spPr>
            <a:xfrm>
              <a:off x="1024729" y="2780928"/>
              <a:ext cx="439938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/>
            <p:cNvSpPr/>
            <p:nvPr/>
          </p:nvSpPr>
          <p:spPr>
            <a:xfrm>
              <a:off x="1641650" y="226157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接箭头连接符 47"/>
            <p:cNvCxnSpPr>
              <a:stCxn id="41" idx="4"/>
              <a:endCxn id="47" idx="0"/>
            </p:cNvCxnSpPr>
            <p:nvPr/>
          </p:nvCxnSpPr>
          <p:spPr>
            <a:xfrm>
              <a:off x="1492845" y="2060848"/>
              <a:ext cx="425848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椭圆 91"/>
            <p:cNvSpPr/>
            <p:nvPr/>
          </p:nvSpPr>
          <p:spPr>
            <a:xfrm>
              <a:off x="251520" y="3068960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4" name="椭圆 93"/>
            <p:cNvSpPr/>
            <p:nvPr/>
          </p:nvSpPr>
          <p:spPr>
            <a:xfrm>
              <a:off x="705546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直接箭头连接符 95"/>
            <p:cNvCxnSpPr>
              <a:stCxn id="92" idx="4"/>
              <a:endCxn id="43" idx="0"/>
            </p:cNvCxnSpPr>
            <p:nvPr/>
          </p:nvCxnSpPr>
          <p:spPr>
            <a:xfrm flipH="1">
              <a:off x="328305" y="3588311"/>
              <a:ext cx="30213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92" idx="4"/>
              <a:endCxn id="94" idx="0"/>
            </p:cNvCxnSpPr>
            <p:nvPr/>
          </p:nvCxnSpPr>
          <p:spPr>
            <a:xfrm>
              <a:off x="630439" y="3588311"/>
              <a:ext cx="352150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组合 137"/>
          <p:cNvGrpSpPr/>
          <p:nvPr/>
        </p:nvGrpSpPr>
        <p:grpSpPr>
          <a:xfrm>
            <a:off x="2051720" y="4077072"/>
            <a:ext cx="2144474" cy="2448272"/>
            <a:chOff x="2339752" y="1526202"/>
            <a:chExt cx="2144474" cy="2910910"/>
          </a:xfrm>
        </p:grpSpPr>
        <p:sp>
          <p:nvSpPr>
            <p:cNvPr id="99" name="椭圆 98"/>
            <p:cNvSpPr/>
            <p:nvPr/>
          </p:nvSpPr>
          <p:spPr>
            <a:xfrm>
              <a:off x="2934300" y="2246282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0" name="椭圆 99"/>
            <p:cNvSpPr/>
            <p:nvPr/>
          </p:nvSpPr>
          <p:spPr>
            <a:xfrm>
              <a:off x="3402416" y="1526202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1" name="直接箭头连接符 100"/>
            <p:cNvCxnSpPr>
              <a:stCxn id="100" idx="4"/>
              <a:endCxn id="99" idx="0"/>
            </p:cNvCxnSpPr>
            <p:nvPr/>
          </p:nvCxnSpPr>
          <p:spPr>
            <a:xfrm flipH="1">
              <a:off x="3313219" y="2045553"/>
              <a:ext cx="468116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椭圆 101"/>
            <p:cNvSpPr/>
            <p:nvPr/>
          </p:nvSpPr>
          <p:spPr>
            <a:xfrm>
              <a:off x="2339752" y="3917761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3" name="直接箭头连接符 102"/>
            <p:cNvCxnSpPr>
              <a:stCxn id="99" idx="4"/>
              <a:endCxn id="108" idx="0"/>
            </p:cNvCxnSpPr>
            <p:nvPr/>
          </p:nvCxnSpPr>
          <p:spPr>
            <a:xfrm flipH="1">
              <a:off x="2918929" y="2765633"/>
              <a:ext cx="39429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/>
            <p:cNvSpPr/>
            <p:nvPr/>
          </p:nvSpPr>
          <p:spPr>
            <a:xfrm>
              <a:off x="3476114" y="3053665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5" name="直接箭头连接符 104"/>
            <p:cNvCxnSpPr>
              <a:stCxn id="99" idx="4"/>
              <a:endCxn id="104" idx="0"/>
            </p:cNvCxnSpPr>
            <p:nvPr/>
          </p:nvCxnSpPr>
          <p:spPr>
            <a:xfrm>
              <a:off x="3313219" y="2765633"/>
              <a:ext cx="439938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椭圆 105"/>
            <p:cNvSpPr/>
            <p:nvPr/>
          </p:nvSpPr>
          <p:spPr>
            <a:xfrm>
              <a:off x="3930140" y="2246282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7" name="直接箭头连接符 106"/>
            <p:cNvCxnSpPr>
              <a:stCxn id="100" idx="4"/>
              <a:endCxn id="106" idx="0"/>
            </p:cNvCxnSpPr>
            <p:nvPr/>
          </p:nvCxnSpPr>
          <p:spPr>
            <a:xfrm>
              <a:off x="3781335" y="2045553"/>
              <a:ext cx="425848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椭圆 107"/>
            <p:cNvSpPr/>
            <p:nvPr/>
          </p:nvSpPr>
          <p:spPr>
            <a:xfrm>
              <a:off x="2647080" y="3053665"/>
              <a:ext cx="543697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2994036" y="3917761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0" name="直接箭头连接符 109"/>
            <p:cNvCxnSpPr>
              <a:stCxn id="108" idx="4"/>
              <a:endCxn id="102" idx="0"/>
            </p:cNvCxnSpPr>
            <p:nvPr/>
          </p:nvCxnSpPr>
          <p:spPr>
            <a:xfrm flipH="1">
              <a:off x="2616795" y="3573016"/>
              <a:ext cx="30213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>
              <a:stCxn id="108" idx="4"/>
              <a:endCxn id="109" idx="0"/>
            </p:cNvCxnSpPr>
            <p:nvPr/>
          </p:nvCxnSpPr>
          <p:spPr>
            <a:xfrm>
              <a:off x="2918929" y="3573016"/>
              <a:ext cx="352150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加号 197"/>
          <p:cNvSpPr/>
          <p:nvPr/>
        </p:nvSpPr>
        <p:spPr>
          <a:xfrm rot="2760397">
            <a:off x="1942611" y="3378722"/>
            <a:ext cx="6942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右箭头 198"/>
          <p:cNvSpPr/>
          <p:nvPr/>
        </p:nvSpPr>
        <p:spPr>
          <a:xfrm>
            <a:off x="4227726" y="2030258"/>
            <a:ext cx="864096" cy="315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0" name="组合 199"/>
          <p:cNvGrpSpPr/>
          <p:nvPr/>
        </p:nvGrpSpPr>
        <p:grpSpPr>
          <a:xfrm>
            <a:off x="4932040" y="1135572"/>
            <a:ext cx="1944216" cy="2550870"/>
            <a:chOff x="251520" y="1541497"/>
            <a:chExt cx="1944216" cy="2910910"/>
          </a:xfrm>
        </p:grpSpPr>
        <p:sp>
          <p:nvSpPr>
            <p:cNvPr id="201" name="椭圆 200"/>
            <p:cNvSpPr/>
            <p:nvPr/>
          </p:nvSpPr>
          <p:spPr>
            <a:xfrm>
              <a:off x="645810" y="2261577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2" name="椭圆 201"/>
            <p:cNvSpPr/>
            <p:nvPr/>
          </p:nvSpPr>
          <p:spPr>
            <a:xfrm>
              <a:off x="1113926" y="1541497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03" name="直接箭头连接符 202"/>
            <p:cNvCxnSpPr>
              <a:stCxn id="202" idx="4"/>
              <a:endCxn id="201" idx="0"/>
            </p:cNvCxnSpPr>
            <p:nvPr/>
          </p:nvCxnSpPr>
          <p:spPr>
            <a:xfrm flipH="1">
              <a:off x="1024729" y="2060848"/>
              <a:ext cx="468116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/>
            <p:cNvCxnSpPr>
              <a:stCxn id="201" idx="4"/>
              <a:endCxn id="210" idx="0"/>
            </p:cNvCxnSpPr>
            <p:nvPr/>
          </p:nvCxnSpPr>
          <p:spPr>
            <a:xfrm flipH="1">
              <a:off x="630439" y="2780928"/>
              <a:ext cx="39429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椭圆 205"/>
            <p:cNvSpPr/>
            <p:nvPr/>
          </p:nvSpPr>
          <p:spPr>
            <a:xfrm>
              <a:off x="1187624" y="3068960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07" name="直接箭头连接符 206"/>
            <p:cNvCxnSpPr>
              <a:stCxn id="201" idx="4"/>
              <a:endCxn id="206" idx="0"/>
            </p:cNvCxnSpPr>
            <p:nvPr/>
          </p:nvCxnSpPr>
          <p:spPr>
            <a:xfrm>
              <a:off x="1024729" y="2780928"/>
              <a:ext cx="439938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椭圆 207"/>
            <p:cNvSpPr/>
            <p:nvPr/>
          </p:nvSpPr>
          <p:spPr>
            <a:xfrm>
              <a:off x="1641650" y="226157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09" name="直接箭头连接符 208"/>
            <p:cNvCxnSpPr>
              <a:stCxn id="202" idx="4"/>
              <a:endCxn id="208" idx="0"/>
            </p:cNvCxnSpPr>
            <p:nvPr/>
          </p:nvCxnSpPr>
          <p:spPr>
            <a:xfrm>
              <a:off x="1492845" y="2060848"/>
              <a:ext cx="425848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椭圆 209"/>
            <p:cNvSpPr/>
            <p:nvPr/>
          </p:nvSpPr>
          <p:spPr>
            <a:xfrm>
              <a:off x="251520" y="3068960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355060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13" name="直接箭头连接符 212"/>
            <p:cNvCxnSpPr>
              <a:stCxn id="210" idx="4"/>
              <a:endCxn id="211" idx="0"/>
            </p:cNvCxnSpPr>
            <p:nvPr/>
          </p:nvCxnSpPr>
          <p:spPr>
            <a:xfrm>
              <a:off x="630439" y="3588311"/>
              <a:ext cx="166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组合 213"/>
          <p:cNvGrpSpPr/>
          <p:nvPr/>
        </p:nvGrpSpPr>
        <p:grpSpPr>
          <a:xfrm>
            <a:off x="5110306" y="4077072"/>
            <a:ext cx="1549926" cy="1804961"/>
            <a:chOff x="2934300" y="1526202"/>
            <a:chExt cx="1549926" cy="2146036"/>
          </a:xfrm>
        </p:grpSpPr>
        <p:sp>
          <p:nvSpPr>
            <p:cNvPr id="215" name="椭圆 214"/>
            <p:cNvSpPr/>
            <p:nvPr/>
          </p:nvSpPr>
          <p:spPr>
            <a:xfrm>
              <a:off x="2934300" y="2246282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6" name="椭圆 215"/>
            <p:cNvSpPr/>
            <p:nvPr/>
          </p:nvSpPr>
          <p:spPr>
            <a:xfrm>
              <a:off x="3402416" y="1526202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17" name="直接箭头连接符 216"/>
            <p:cNvCxnSpPr>
              <a:stCxn id="216" idx="4"/>
              <a:endCxn id="215" idx="0"/>
            </p:cNvCxnSpPr>
            <p:nvPr/>
          </p:nvCxnSpPr>
          <p:spPr>
            <a:xfrm flipH="1">
              <a:off x="3313219" y="2045553"/>
              <a:ext cx="468116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椭圆 219"/>
            <p:cNvSpPr/>
            <p:nvPr/>
          </p:nvSpPr>
          <p:spPr>
            <a:xfrm>
              <a:off x="3041334" y="315288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21" name="直接箭头连接符 220"/>
            <p:cNvCxnSpPr>
              <a:stCxn id="215" idx="4"/>
              <a:endCxn id="220" idx="0"/>
            </p:cNvCxnSpPr>
            <p:nvPr/>
          </p:nvCxnSpPr>
          <p:spPr>
            <a:xfrm>
              <a:off x="3313219" y="2765633"/>
              <a:ext cx="5158" cy="387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椭圆 221"/>
            <p:cNvSpPr/>
            <p:nvPr/>
          </p:nvSpPr>
          <p:spPr>
            <a:xfrm>
              <a:off x="3930140" y="2246282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23" name="直接箭头连接符 222"/>
            <p:cNvCxnSpPr>
              <a:stCxn id="216" idx="4"/>
              <a:endCxn id="222" idx="0"/>
            </p:cNvCxnSpPr>
            <p:nvPr/>
          </p:nvCxnSpPr>
          <p:spPr>
            <a:xfrm>
              <a:off x="3781335" y="2045553"/>
              <a:ext cx="425848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8" name="加号 227"/>
          <p:cNvSpPr/>
          <p:nvPr/>
        </p:nvSpPr>
        <p:spPr>
          <a:xfrm rot="2760397">
            <a:off x="1986379" y="6228754"/>
            <a:ext cx="6942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右箭头 228"/>
          <p:cNvSpPr/>
          <p:nvPr/>
        </p:nvSpPr>
        <p:spPr>
          <a:xfrm>
            <a:off x="4252436" y="5085184"/>
            <a:ext cx="864096" cy="315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标题 38"/>
          <p:cNvSpPr txBox="1">
            <a:spLocks/>
          </p:cNvSpPr>
          <p:nvPr/>
        </p:nvSpPr>
        <p:spPr>
          <a:xfrm>
            <a:off x="457200" y="-2738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三层组合</a:t>
            </a:r>
            <a:r>
              <a:rPr kumimoji="0" lang="en-US" altLang="zh-CN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-and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2027010" y="1124744"/>
            <a:ext cx="2144474" cy="2550870"/>
            <a:chOff x="51262" y="1541497"/>
            <a:chExt cx="2144474" cy="2910910"/>
          </a:xfrm>
        </p:grpSpPr>
        <p:sp>
          <p:nvSpPr>
            <p:cNvPr id="88" name="椭圆 87"/>
            <p:cNvSpPr/>
            <p:nvPr/>
          </p:nvSpPr>
          <p:spPr>
            <a:xfrm>
              <a:off x="752880" y="2224926"/>
              <a:ext cx="543697" cy="5926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椭圆 88"/>
            <p:cNvSpPr/>
            <p:nvPr/>
          </p:nvSpPr>
          <p:spPr>
            <a:xfrm>
              <a:off x="1113926" y="1541497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直接箭头连接符 89"/>
            <p:cNvCxnSpPr>
              <a:stCxn id="89" idx="4"/>
              <a:endCxn id="88" idx="0"/>
            </p:cNvCxnSpPr>
            <p:nvPr/>
          </p:nvCxnSpPr>
          <p:spPr>
            <a:xfrm flipH="1">
              <a:off x="1024729" y="2060848"/>
              <a:ext cx="468116" cy="16407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椭圆 90"/>
            <p:cNvSpPr/>
            <p:nvPr/>
          </p:nvSpPr>
          <p:spPr>
            <a:xfrm>
              <a:off x="51262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2" name="直接箭头连接符 91"/>
            <p:cNvCxnSpPr>
              <a:stCxn id="88" idx="4"/>
              <a:endCxn id="97" idx="0"/>
            </p:cNvCxnSpPr>
            <p:nvPr/>
          </p:nvCxnSpPr>
          <p:spPr>
            <a:xfrm flipH="1">
              <a:off x="630439" y="2817580"/>
              <a:ext cx="394290" cy="251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椭圆 92"/>
            <p:cNvSpPr/>
            <p:nvPr/>
          </p:nvSpPr>
          <p:spPr>
            <a:xfrm>
              <a:off x="1187624" y="3068960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直接箭头连接符 93"/>
            <p:cNvCxnSpPr>
              <a:stCxn id="88" idx="4"/>
              <a:endCxn id="93" idx="0"/>
            </p:cNvCxnSpPr>
            <p:nvPr/>
          </p:nvCxnSpPr>
          <p:spPr>
            <a:xfrm>
              <a:off x="1024729" y="2817580"/>
              <a:ext cx="439938" cy="251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椭圆 94"/>
            <p:cNvSpPr/>
            <p:nvPr/>
          </p:nvSpPr>
          <p:spPr>
            <a:xfrm>
              <a:off x="1641650" y="226157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直接箭头连接符 95"/>
            <p:cNvCxnSpPr>
              <a:stCxn id="89" idx="4"/>
              <a:endCxn id="95" idx="0"/>
            </p:cNvCxnSpPr>
            <p:nvPr/>
          </p:nvCxnSpPr>
          <p:spPr>
            <a:xfrm>
              <a:off x="1492845" y="2060848"/>
              <a:ext cx="425848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椭圆 96"/>
            <p:cNvSpPr/>
            <p:nvPr/>
          </p:nvSpPr>
          <p:spPr>
            <a:xfrm>
              <a:off x="251520" y="3068960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705546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9" name="直接箭头连接符 98"/>
            <p:cNvCxnSpPr>
              <a:stCxn id="97" idx="4"/>
              <a:endCxn id="91" idx="0"/>
            </p:cNvCxnSpPr>
            <p:nvPr/>
          </p:nvCxnSpPr>
          <p:spPr>
            <a:xfrm flipH="1">
              <a:off x="328305" y="3588311"/>
              <a:ext cx="30213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>
              <a:stCxn id="97" idx="4"/>
              <a:endCxn id="98" idx="0"/>
            </p:cNvCxnSpPr>
            <p:nvPr/>
          </p:nvCxnSpPr>
          <p:spPr>
            <a:xfrm>
              <a:off x="630439" y="3588311"/>
              <a:ext cx="352150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100"/>
          <p:cNvGrpSpPr/>
          <p:nvPr/>
        </p:nvGrpSpPr>
        <p:grpSpPr>
          <a:xfrm>
            <a:off x="2051720" y="4077072"/>
            <a:ext cx="2144474" cy="2448272"/>
            <a:chOff x="2339752" y="1526202"/>
            <a:chExt cx="2144474" cy="2910910"/>
          </a:xfrm>
        </p:grpSpPr>
        <p:sp>
          <p:nvSpPr>
            <p:cNvPr id="102" name="椭圆 101"/>
            <p:cNvSpPr/>
            <p:nvPr/>
          </p:nvSpPr>
          <p:spPr>
            <a:xfrm>
              <a:off x="3041370" y="2197212"/>
              <a:ext cx="543697" cy="6174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3" name="椭圆 102"/>
            <p:cNvSpPr/>
            <p:nvPr/>
          </p:nvSpPr>
          <p:spPr>
            <a:xfrm>
              <a:off x="3402416" y="1526202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4" name="直接箭头连接符 103"/>
            <p:cNvCxnSpPr>
              <a:stCxn id="103" idx="4"/>
              <a:endCxn id="102" idx="0"/>
            </p:cNvCxnSpPr>
            <p:nvPr/>
          </p:nvCxnSpPr>
          <p:spPr>
            <a:xfrm flipH="1">
              <a:off x="3313219" y="2045553"/>
              <a:ext cx="468116" cy="151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椭圆 104"/>
            <p:cNvSpPr/>
            <p:nvPr/>
          </p:nvSpPr>
          <p:spPr>
            <a:xfrm>
              <a:off x="2339752" y="3917761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6" name="直接箭头连接符 105"/>
            <p:cNvCxnSpPr>
              <a:stCxn id="102" idx="4"/>
              <a:endCxn id="111" idx="0"/>
            </p:cNvCxnSpPr>
            <p:nvPr/>
          </p:nvCxnSpPr>
          <p:spPr>
            <a:xfrm flipH="1">
              <a:off x="2918929" y="2814703"/>
              <a:ext cx="394290" cy="2389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椭圆 106"/>
            <p:cNvSpPr/>
            <p:nvPr/>
          </p:nvSpPr>
          <p:spPr>
            <a:xfrm>
              <a:off x="3476114" y="3053665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8" name="直接箭头连接符 107"/>
            <p:cNvCxnSpPr>
              <a:stCxn id="102" idx="4"/>
              <a:endCxn id="107" idx="0"/>
            </p:cNvCxnSpPr>
            <p:nvPr/>
          </p:nvCxnSpPr>
          <p:spPr>
            <a:xfrm>
              <a:off x="3313219" y="2814703"/>
              <a:ext cx="439938" cy="2389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椭圆 108"/>
            <p:cNvSpPr/>
            <p:nvPr/>
          </p:nvSpPr>
          <p:spPr>
            <a:xfrm>
              <a:off x="3930140" y="2246282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0" name="直接箭头连接符 109"/>
            <p:cNvCxnSpPr>
              <a:stCxn id="103" idx="4"/>
              <a:endCxn id="109" idx="0"/>
            </p:cNvCxnSpPr>
            <p:nvPr/>
          </p:nvCxnSpPr>
          <p:spPr>
            <a:xfrm>
              <a:off x="3781335" y="2045553"/>
              <a:ext cx="425848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椭圆 110"/>
            <p:cNvSpPr/>
            <p:nvPr/>
          </p:nvSpPr>
          <p:spPr>
            <a:xfrm>
              <a:off x="2647080" y="3053665"/>
              <a:ext cx="543697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2994036" y="3917761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3" name="直接箭头连接符 112"/>
            <p:cNvCxnSpPr>
              <a:stCxn id="111" idx="4"/>
              <a:endCxn id="105" idx="0"/>
            </p:cNvCxnSpPr>
            <p:nvPr/>
          </p:nvCxnSpPr>
          <p:spPr>
            <a:xfrm flipH="1">
              <a:off x="2616795" y="3573016"/>
              <a:ext cx="30213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/>
            <p:cNvCxnSpPr>
              <a:stCxn id="111" idx="4"/>
              <a:endCxn id="112" idx="0"/>
            </p:cNvCxnSpPr>
            <p:nvPr/>
          </p:nvCxnSpPr>
          <p:spPr>
            <a:xfrm>
              <a:off x="2918929" y="3573016"/>
              <a:ext cx="352150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加号 114"/>
          <p:cNvSpPr/>
          <p:nvPr/>
        </p:nvSpPr>
        <p:spPr>
          <a:xfrm rot="2760397">
            <a:off x="1942611" y="3378722"/>
            <a:ext cx="6942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右箭头 115"/>
          <p:cNvSpPr/>
          <p:nvPr/>
        </p:nvSpPr>
        <p:spPr>
          <a:xfrm>
            <a:off x="4227726" y="2030258"/>
            <a:ext cx="864096" cy="315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7" name="组合 116"/>
          <p:cNvGrpSpPr/>
          <p:nvPr/>
        </p:nvGrpSpPr>
        <p:grpSpPr>
          <a:xfrm>
            <a:off x="4932040" y="1135572"/>
            <a:ext cx="1944216" cy="2550870"/>
            <a:chOff x="251520" y="1541497"/>
            <a:chExt cx="1944216" cy="2910910"/>
          </a:xfrm>
        </p:grpSpPr>
        <p:sp>
          <p:nvSpPr>
            <p:cNvPr id="118" name="椭圆 117"/>
            <p:cNvSpPr/>
            <p:nvPr/>
          </p:nvSpPr>
          <p:spPr>
            <a:xfrm>
              <a:off x="752880" y="2224926"/>
              <a:ext cx="543697" cy="5926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9" name="椭圆 118"/>
            <p:cNvSpPr/>
            <p:nvPr/>
          </p:nvSpPr>
          <p:spPr>
            <a:xfrm>
              <a:off x="1113926" y="1541497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0" name="直接箭头连接符 119"/>
            <p:cNvCxnSpPr>
              <a:stCxn id="119" idx="4"/>
              <a:endCxn id="118" idx="0"/>
            </p:cNvCxnSpPr>
            <p:nvPr/>
          </p:nvCxnSpPr>
          <p:spPr>
            <a:xfrm flipH="1">
              <a:off x="1024729" y="2060848"/>
              <a:ext cx="468116" cy="16407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18" idx="4"/>
              <a:endCxn id="126" idx="0"/>
            </p:cNvCxnSpPr>
            <p:nvPr/>
          </p:nvCxnSpPr>
          <p:spPr>
            <a:xfrm flipH="1">
              <a:off x="630439" y="2817580"/>
              <a:ext cx="394290" cy="251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椭圆 121"/>
            <p:cNvSpPr/>
            <p:nvPr/>
          </p:nvSpPr>
          <p:spPr>
            <a:xfrm>
              <a:off x="1187624" y="3068960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3" name="直接箭头连接符 122"/>
            <p:cNvCxnSpPr>
              <a:stCxn id="118" idx="4"/>
              <a:endCxn id="122" idx="0"/>
            </p:cNvCxnSpPr>
            <p:nvPr/>
          </p:nvCxnSpPr>
          <p:spPr>
            <a:xfrm>
              <a:off x="1024729" y="2817580"/>
              <a:ext cx="439938" cy="251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椭圆 123"/>
            <p:cNvSpPr/>
            <p:nvPr/>
          </p:nvSpPr>
          <p:spPr>
            <a:xfrm>
              <a:off x="1641650" y="226157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5" name="直接箭头连接符 124"/>
            <p:cNvCxnSpPr>
              <a:stCxn id="119" idx="4"/>
              <a:endCxn id="124" idx="0"/>
            </p:cNvCxnSpPr>
            <p:nvPr/>
          </p:nvCxnSpPr>
          <p:spPr>
            <a:xfrm>
              <a:off x="1492845" y="2060848"/>
              <a:ext cx="425848" cy="20072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椭圆 125"/>
            <p:cNvSpPr/>
            <p:nvPr/>
          </p:nvSpPr>
          <p:spPr>
            <a:xfrm>
              <a:off x="251520" y="3068960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355060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8" name="直接箭头连接符 127"/>
            <p:cNvCxnSpPr>
              <a:stCxn id="126" idx="4"/>
              <a:endCxn id="127" idx="0"/>
            </p:cNvCxnSpPr>
            <p:nvPr/>
          </p:nvCxnSpPr>
          <p:spPr>
            <a:xfrm>
              <a:off x="630439" y="3588311"/>
              <a:ext cx="166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组合 128"/>
          <p:cNvGrpSpPr/>
          <p:nvPr/>
        </p:nvGrpSpPr>
        <p:grpSpPr>
          <a:xfrm>
            <a:off x="5578422" y="4077072"/>
            <a:ext cx="757838" cy="1152128"/>
            <a:chOff x="3402416" y="1526202"/>
            <a:chExt cx="757838" cy="1369840"/>
          </a:xfrm>
        </p:grpSpPr>
        <p:sp>
          <p:nvSpPr>
            <p:cNvPr id="131" name="椭圆 130"/>
            <p:cNvSpPr/>
            <p:nvPr/>
          </p:nvSpPr>
          <p:spPr>
            <a:xfrm>
              <a:off x="3402416" y="1526202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5" name="椭圆 134"/>
            <p:cNvSpPr/>
            <p:nvPr/>
          </p:nvSpPr>
          <p:spPr>
            <a:xfrm>
              <a:off x="3498092" y="2376691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直接箭头连接符 135"/>
            <p:cNvCxnSpPr>
              <a:stCxn id="131" idx="4"/>
              <a:endCxn id="135" idx="0"/>
            </p:cNvCxnSpPr>
            <p:nvPr/>
          </p:nvCxnSpPr>
          <p:spPr>
            <a:xfrm flipH="1">
              <a:off x="3775135" y="2045553"/>
              <a:ext cx="6200" cy="3311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加号 136"/>
          <p:cNvSpPr/>
          <p:nvPr/>
        </p:nvSpPr>
        <p:spPr>
          <a:xfrm rot="2760397">
            <a:off x="1986379" y="6228754"/>
            <a:ext cx="6942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右箭头 137"/>
          <p:cNvSpPr/>
          <p:nvPr/>
        </p:nvSpPr>
        <p:spPr>
          <a:xfrm>
            <a:off x="4252436" y="5085184"/>
            <a:ext cx="864096" cy="315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38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三</a:t>
            </a:r>
            <a:r>
              <a:rPr lang="zh-CN" altLang="en-US" dirty="0" smtClean="0"/>
              <a:t>层组合</a:t>
            </a:r>
            <a:r>
              <a:rPr lang="en-US" altLang="zh-CN" dirty="0" smtClean="0"/>
              <a:t>-or</a:t>
            </a:r>
            <a:endParaRPr lang="zh-CN" altLang="en-US" dirty="0"/>
          </a:p>
        </p:txBody>
      </p:sp>
      <p:grpSp>
        <p:nvGrpSpPr>
          <p:cNvPr id="2" name="组合 138"/>
          <p:cNvGrpSpPr/>
          <p:nvPr/>
        </p:nvGrpSpPr>
        <p:grpSpPr>
          <a:xfrm>
            <a:off x="2027010" y="1092626"/>
            <a:ext cx="2144474" cy="2582988"/>
            <a:chOff x="51262" y="1504846"/>
            <a:chExt cx="2144474" cy="2947561"/>
          </a:xfrm>
        </p:grpSpPr>
        <p:sp>
          <p:nvSpPr>
            <p:cNvPr id="40" name="椭圆 39"/>
            <p:cNvSpPr/>
            <p:nvPr/>
          </p:nvSpPr>
          <p:spPr>
            <a:xfrm>
              <a:off x="645810" y="2261577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220996" y="1504846"/>
              <a:ext cx="543697" cy="5926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接箭头连接符 41"/>
            <p:cNvCxnSpPr>
              <a:stCxn id="41" idx="4"/>
              <a:endCxn id="40" idx="0"/>
            </p:cNvCxnSpPr>
            <p:nvPr/>
          </p:nvCxnSpPr>
          <p:spPr>
            <a:xfrm flipH="1">
              <a:off x="1024729" y="2097500"/>
              <a:ext cx="468116" cy="1640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/>
            <p:cNvSpPr/>
            <p:nvPr/>
          </p:nvSpPr>
          <p:spPr>
            <a:xfrm>
              <a:off x="51262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直接箭头连接符 43"/>
            <p:cNvCxnSpPr>
              <a:stCxn id="40" idx="4"/>
              <a:endCxn id="92" idx="0"/>
            </p:cNvCxnSpPr>
            <p:nvPr/>
          </p:nvCxnSpPr>
          <p:spPr>
            <a:xfrm flipH="1">
              <a:off x="630439" y="2780928"/>
              <a:ext cx="39429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1187624" y="3068960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直接箭头连接符 45"/>
            <p:cNvCxnSpPr>
              <a:stCxn id="40" idx="4"/>
              <a:endCxn id="45" idx="0"/>
            </p:cNvCxnSpPr>
            <p:nvPr/>
          </p:nvCxnSpPr>
          <p:spPr>
            <a:xfrm>
              <a:off x="1024729" y="2780928"/>
              <a:ext cx="439938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/>
            <p:cNvSpPr/>
            <p:nvPr/>
          </p:nvSpPr>
          <p:spPr>
            <a:xfrm>
              <a:off x="1641650" y="226157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接箭头连接符 47"/>
            <p:cNvCxnSpPr>
              <a:stCxn id="41" idx="4"/>
              <a:endCxn id="47" idx="0"/>
            </p:cNvCxnSpPr>
            <p:nvPr/>
          </p:nvCxnSpPr>
          <p:spPr>
            <a:xfrm>
              <a:off x="1492845" y="2097500"/>
              <a:ext cx="425848" cy="1640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椭圆 91"/>
            <p:cNvSpPr/>
            <p:nvPr/>
          </p:nvSpPr>
          <p:spPr>
            <a:xfrm>
              <a:off x="251520" y="3068960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4" name="椭圆 93"/>
            <p:cNvSpPr/>
            <p:nvPr/>
          </p:nvSpPr>
          <p:spPr>
            <a:xfrm>
              <a:off x="705546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直接箭头连接符 95"/>
            <p:cNvCxnSpPr>
              <a:stCxn id="92" idx="4"/>
              <a:endCxn id="43" idx="0"/>
            </p:cNvCxnSpPr>
            <p:nvPr/>
          </p:nvCxnSpPr>
          <p:spPr>
            <a:xfrm flipH="1">
              <a:off x="328305" y="3588311"/>
              <a:ext cx="30213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92" idx="4"/>
              <a:endCxn id="94" idx="0"/>
            </p:cNvCxnSpPr>
            <p:nvPr/>
          </p:nvCxnSpPr>
          <p:spPr>
            <a:xfrm>
              <a:off x="630439" y="3588311"/>
              <a:ext cx="352150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37"/>
          <p:cNvGrpSpPr/>
          <p:nvPr/>
        </p:nvGrpSpPr>
        <p:grpSpPr>
          <a:xfrm>
            <a:off x="2051720" y="4035801"/>
            <a:ext cx="2144474" cy="2489543"/>
            <a:chOff x="2339752" y="1477132"/>
            <a:chExt cx="2144474" cy="2959980"/>
          </a:xfrm>
        </p:grpSpPr>
        <p:sp>
          <p:nvSpPr>
            <p:cNvPr id="99" name="椭圆 98"/>
            <p:cNvSpPr/>
            <p:nvPr/>
          </p:nvSpPr>
          <p:spPr>
            <a:xfrm>
              <a:off x="2934300" y="2246282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0" name="椭圆 99"/>
            <p:cNvSpPr/>
            <p:nvPr/>
          </p:nvSpPr>
          <p:spPr>
            <a:xfrm>
              <a:off x="3509486" y="1477132"/>
              <a:ext cx="543697" cy="6174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1" name="直接箭头连接符 100"/>
            <p:cNvCxnSpPr>
              <a:stCxn id="100" idx="4"/>
              <a:endCxn id="99" idx="0"/>
            </p:cNvCxnSpPr>
            <p:nvPr/>
          </p:nvCxnSpPr>
          <p:spPr>
            <a:xfrm flipH="1">
              <a:off x="3313219" y="2094622"/>
              <a:ext cx="468116" cy="151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椭圆 101"/>
            <p:cNvSpPr/>
            <p:nvPr/>
          </p:nvSpPr>
          <p:spPr>
            <a:xfrm>
              <a:off x="2339752" y="3917761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3" name="直接箭头连接符 102"/>
            <p:cNvCxnSpPr>
              <a:stCxn id="99" idx="4"/>
              <a:endCxn id="108" idx="0"/>
            </p:cNvCxnSpPr>
            <p:nvPr/>
          </p:nvCxnSpPr>
          <p:spPr>
            <a:xfrm flipH="1">
              <a:off x="2918929" y="2765633"/>
              <a:ext cx="39429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/>
            <p:cNvSpPr/>
            <p:nvPr/>
          </p:nvSpPr>
          <p:spPr>
            <a:xfrm>
              <a:off x="3476114" y="3053665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5" name="直接箭头连接符 104"/>
            <p:cNvCxnSpPr>
              <a:stCxn id="99" idx="4"/>
              <a:endCxn id="104" idx="0"/>
            </p:cNvCxnSpPr>
            <p:nvPr/>
          </p:nvCxnSpPr>
          <p:spPr>
            <a:xfrm>
              <a:off x="3313219" y="2765633"/>
              <a:ext cx="439938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椭圆 105"/>
            <p:cNvSpPr/>
            <p:nvPr/>
          </p:nvSpPr>
          <p:spPr>
            <a:xfrm>
              <a:off x="3930140" y="2246282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7" name="直接箭头连接符 106"/>
            <p:cNvCxnSpPr>
              <a:stCxn id="100" idx="4"/>
              <a:endCxn id="106" idx="0"/>
            </p:cNvCxnSpPr>
            <p:nvPr/>
          </p:nvCxnSpPr>
          <p:spPr>
            <a:xfrm>
              <a:off x="3781335" y="2094622"/>
              <a:ext cx="425848" cy="151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椭圆 107"/>
            <p:cNvSpPr/>
            <p:nvPr/>
          </p:nvSpPr>
          <p:spPr>
            <a:xfrm>
              <a:off x="2647080" y="3053665"/>
              <a:ext cx="543697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2994036" y="3917761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0" name="直接箭头连接符 109"/>
            <p:cNvCxnSpPr>
              <a:stCxn id="108" idx="4"/>
              <a:endCxn id="102" idx="0"/>
            </p:cNvCxnSpPr>
            <p:nvPr/>
          </p:nvCxnSpPr>
          <p:spPr>
            <a:xfrm flipH="1">
              <a:off x="2616795" y="3573016"/>
              <a:ext cx="30213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>
              <a:stCxn id="108" idx="4"/>
              <a:endCxn id="109" idx="0"/>
            </p:cNvCxnSpPr>
            <p:nvPr/>
          </p:nvCxnSpPr>
          <p:spPr>
            <a:xfrm>
              <a:off x="2918929" y="3573016"/>
              <a:ext cx="352150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加号 197"/>
          <p:cNvSpPr/>
          <p:nvPr/>
        </p:nvSpPr>
        <p:spPr>
          <a:xfrm rot="2760397">
            <a:off x="1942611" y="3378722"/>
            <a:ext cx="6942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右箭头 198"/>
          <p:cNvSpPr/>
          <p:nvPr/>
        </p:nvSpPr>
        <p:spPr>
          <a:xfrm>
            <a:off x="4227726" y="2030258"/>
            <a:ext cx="864096" cy="315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199"/>
          <p:cNvGrpSpPr/>
          <p:nvPr/>
        </p:nvGrpSpPr>
        <p:grpSpPr>
          <a:xfrm>
            <a:off x="4932040" y="1103454"/>
            <a:ext cx="1944216" cy="2582988"/>
            <a:chOff x="251520" y="1504846"/>
            <a:chExt cx="1944216" cy="2947561"/>
          </a:xfrm>
        </p:grpSpPr>
        <p:sp>
          <p:nvSpPr>
            <p:cNvPr id="201" name="椭圆 200"/>
            <p:cNvSpPr/>
            <p:nvPr/>
          </p:nvSpPr>
          <p:spPr>
            <a:xfrm>
              <a:off x="645810" y="2261577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2" name="椭圆 201"/>
            <p:cNvSpPr/>
            <p:nvPr/>
          </p:nvSpPr>
          <p:spPr>
            <a:xfrm>
              <a:off x="1220996" y="1504846"/>
              <a:ext cx="543697" cy="5926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03" name="直接箭头连接符 202"/>
            <p:cNvCxnSpPr>
              <a:stCxn id="202" idx="4"/>
              <a:endCxn id="201" idx="0"/>
            </p:cNvCxnSpPr>
            <p:nvPr/>
          </p:nvCxnSpPr>
          <p:spPr>
            <a:xfrm flipH="1">
              <a:off x="1024729" y="2097500"/>
              <a:ext cx="468116" cy="1640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/>
            <p:cNvCxnSpPr>
              <a:stCxn id="201" idx="4"/>
              <a:endCxn id="210" idx="0"/>
            </p:cNvCxnSpPr>
            <p:nvPr/>
          </p:nvCxnSpPr>
          <p:spPr>
            <a:xfrm flipH="1">
              <a:off x="630439" y="2780928"/>
              <a:ext cx="39429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椭圆 205"/>
            <p:cNvSpPr/>
            <p:nvPr/>
          </p:nvSpPr>
          <p:spPr>
            <a:xfrm>
              <a:off x="1187624" y="3068960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07" name="直接箭头连接符 206"/>
            <p:cNvCxnSpPr>
              <a:stCxn id="201" idx="4"/>
              <a:endCxn id="206" idx="0"/>
            </p:cNvCxnSpPr>
            <p:nvPr/>
          </p:nvCxnSpPr>
          <p:spPr>
            <a:xfrm>
              <a:off x="1024729" y="2780928"/>
              <a:ext cx="439938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椭圆 207"/>
            <p:cNvSpPr/>
            <p:nvPr/>
          </p:nvSpPr>
          <p:spPr>
            <a:xfrm>
              <a:off x="1641650" y="226157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09" name="直接箭头连接符 208"/>
            <p:cNvCxnSpPr>
              <a:stCxn id="202" idx="4"/>
              <a:endCxn id="208" idx="0"/>
            </p:cNvCxnSpPr>
            <p:nvPr/>
          </p:nvCxnSpPr>
          <p:spPr>
            <a:xfrm>
              <a:off x="1492845" y="2097500"/>
              <a:ext cx="425848" cy="1640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椭圆 209"/>
            <p:cNvSpPr/>
            <p:nvPr/>
          </p:nvSpPr>
          <p:spPr>
            <a:xfrm>
              <a:off x="251520" y="3068960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355060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13" name="直接箭头连接符 212"/>
            <p:cNvCxnSpPr>
              <a:stCxn id="210" idx="4"/>
              <a:endCxn id="211" idx="0"/>
            </p:cNvCxnSpPr>
            <p:nvPr/>
          </p:nvCxnSpPr>
          <p:spPr>
            <a:xfrm>
              <a:off x="630439" y="3588311"/>
              <a:ext cx="166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213"/>
          <p:cNvGrpSpPr/>
          <p:nvPr/>
        </p:nvGrpSpPr>
        <p:grpSpPr>
          <a:xfrm>
            <a:off x="5110306" y="4035801"/>
            <a:ext cx="1549926" cy="1846232"/>
            <a:chOff x="2934300" y="1477132"/>
            <a:chExt cx="1549926" cy="2195106"/>
          </a:xfrm>
        </p:grpSpPr>
        <p:sp>
          <p:nvSpPr>
            <p:cNvPr id="215" name="椭圆 214"/>
            <p:cNvSpPr/>
            <p:nvPr/>
          </p:nvSpPr>
          <p:spPr>
            <a:xfrm>
              <a:off x="2934300" y="2246282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6" name="椭圆 215"/>
            <p:cNvSpPr/>
            <p:nvPr/>
          </p:nvSpPr>
          <p:spPr>
            <a:xfrm>
              <a:off x="3509486" y="1477132"/>
              <a:ext cx="543697" cy="6174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17" name="直接箭头连接符 216"/>
            <p:cNvCxnSpPr>
              <a:stCxn id="216" idx="4"/>
              <a:endCxn id="215" idx="0"/>
            </p:cNvCxnSpPr>
            <p:nvPr/>
          </p:nvCxnSpPr>
          <p:spPr>
            <a:xfrm flipH="1">
              <a:off x="3313219" y="2094622"/>
              <a:ext cx="468116" cy="151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椭圆 219"/>
            <p:cNvSpPr/>
            <p:nvPr/>
          </p:nvSpPr>
          <p:spPr>
            <a:xfrm>
              <a:off x="3041334" y="315288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21" name="直接箭头连接符 220"/>
            <p:cNvCxnSpPr>
              <a:stCxn id="215" idx="4"/>
              <a:endCxn id="220" idx="0"/>
            </p:cNvCxnSpPr>
            <p:nvPr/>
          </p:nvCxnSpPr>
          <p:spPr>
            <a:xfrm>
              <a:off x="3313219" y="2765633"/>
              <a:ext cx="5158" cy="387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椭圆 221"/>
            <p:cNvSpPr/>
            <p:nvPr/>
          </p:nvSpPr>
          <p:spPr>
            <a:xfrm>
              <a:off x="3930140" y="2246282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23" name="直接箭头连接符 222"/>
            <p:cNvCxnSpPr>
              <a:stCxn id="216" idx="4"/>
              <a:endCxn id="222" idx="0"/>
            </p:cNvCxnSpPr>
            <p:nvPr/>
          </p:nvCxnSpPr>
          <p:spPr>
            <a:xfrm>
              <a:off x="3781335" y="2094622"/>
              <a:ext cx="425848" cy="151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8" name="加号 227"/>
          <p:cNvSpPr/>
          <p:nvPr/>
        </p:nvSpPr>
        <p:spPr>
          <a:xfrm rot="2760397">
            <a:off x="1986379" y="6228754"/>
            <a:ext cx="6942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右箭头 228"/>
          <p:cNvSpPr/>
          <p:nvPr/>
        </p:nvSpPr>
        <p:spPr>
          <a:xfrm>
            <a:off x="4252436" y="5085184"/>
            <a:ext cx="864096" cy="315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标题 38"/>
          <p:cNvSpPr txBox="1">
            <a:spLocks/>
          </p:cNvSpPr>
          <p:nvPr/>
        </p:nvSpPr>
        <p:spPr>
          <a:xfrm>
            <a:off x="457200" y="-2738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三层组合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-or</a:t>
            </a:r>
          </a:p>
        </p:txBody>
      </p:sp>
      <p:grpSp>
        <p:nvGrpSpPr>
          <p:cNvPr id="2" name="组合 86"/>
          <p:cNvGrpSpPr/>
          <p:nvPr/>
        </p:nvGrpSpPr>
        <p:grpSpPr>
          <a:xfrm>
            <a:off x="2027010" y="1092626"/>
            <a:ext cx="2144474" cy="2582988"/>
            <a:chOff x="51262" y="1504846"/>
            <a:chExt cx="2144474" cy="2947561"/>
          </a:xfrm>
        </p:grpSpPr>
        <p:sp>
          <p:nvSpPr>
            <p:cNvPr id="88" name="椭圆 87"/>
            <p:cNvSpPr/>
            <p:nvPr/>
          </p:nvSpPr>
          <p:spPr>
            <a:xfrm>
              <a:off x="752880" y="2224926"/>
              <a:ext cx="543697" cy="5926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椭圆 88"/>
            <p:cNvSpPr/>
            <p:nvPr/>
          </p:nvSpPr>
          <p:spPr>
            <a:xfrm>
              <a:off x="1220996" y="1504846"/>
              <a:ext cx="543697" cy="5926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直接箭头连接符 89"/>
            <p:cNvCxnSpPr>
              <a:stCxn id="89" idx="4"/>
              <a:endCxn id="88" idx="0"/>
            </p:cNvCxnSpPr>
            <p:nvPr/>
          </p:nvCxnSpPr>
          <p:spPr>
            <a:xfrm flipH="1">
              <a:off x="1024729" y="2097500"/>
              <a:ext cx="468116" cy="12742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椭圆 90"/>
            <p:cNvSpPr/>
            <p:nvPr/>
          </p:nvSpPr>
          <p:spPr>
            <a:xfrm>
              <a:off x="51262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2" name="直接箭头连接符 91"/>
            <p:cNvCxnSpPr>
              <a:stCxn id="88" idx="4"/>
              <a:endCxn id="97" idx="0"/>
            </p:cNvCxnSpPr>
            <p:nvPr/>
          </p:nvCxnSpPr>
          <p:spPr>
            <a:xfrm flipH="1">
              <a:off x="630439" y="2817580"/>
              <a:ext cx="394290" cy="251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椭圆 92"/>
            <p:cNvSpPr/>
            <p:nvPr/>
          </p:nvSpPr>
          <p:spPr>
            <a:xfrm>
              <a:off x="1187624" y="3068960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直接箭头连接符 93"/>
            <p:cNvCxnSpPr>
              <a:stCxn id="88" idx="4"/>
              <a:endCxn id="93" idx="0"/>
            </p:cNvCxnSpPr>
            <p:nvPr/>
          </p:nvCxnSpPr>
          <p:spPr>
            <a:xfrm>
              <a:off x="1024729" y="2817580"/>
              <a:ext cx="439938" cy="251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椭圆 94"/>
            <p:cNvSpPr/>
            <p:nvPr/>
          </p:nvSpPr>
          <p:spPr>
            <a:xfrm>
              <a:off x="1641650" y="226157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直接箭头连接符 95"/>
            <p:cNvCxnSpPr>
              <a:stCxn id="89" idx="4"/>
              <a:endCxn id="95" idx="0"/>
            </p:cNvCxnSpPr>
            <p:nvPr/>
          </p:nvCxnSpPr>
          <p:spPr>
            <a:xfrm>
              <a:off x="1492845" y="2097500"/>
              <a:ext cx="425848" cy="1640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椭圆 96"/>
            <p:cNvSpPr/>
            <p:nvPr/>
          </p:nvSpPr>
          <p:spPr>
            <a:xfrm>
              <a:off x="251520" y="3068960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705546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9" name="直接箭头连接符 98"/>
            <p:cNvCxnSpPr>
              <a:stCxn id="97" idx="4"/>
              <a:endCxn id="91" idx="0"/>
            </p:cNvCxnSpPr>
            <p:nvPr/>
          </p:nvCxnSpPr>
          <p:spPr>
            <a:xfrm flipH="1">
              <a:off x="328305" y="3588311"/>
              <a:ext cx="30213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>
              <a:stCxn id="97" idx="4"/>
              <a:endCxn id="98" idx="0"/>
            </p:cNvCxnSpPr>
            <p:nvPr/>
          </p:nvCxnSpPr>
          <p:spPr>
            <a:xfrm>
              <a:off x="630439" y="3588311"/>
              <a:ext cx="352150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00"/>
          <p:cNvGrpSpPr/>
          <p:nvPr/>
        </p:nvGrpSpPr>
        <p:grpSpPr>
          <a:xfrm>
            <a:off x="2051720" y="4035801"/>
            <a:ext cx="2144474" cy="2489543"/>
            <a:chOff x="2339752" y="1477132"/>
            <a:chExt cx="2144474" cy="2959980"/>
          </a:xfrm>
        </p:grpSpPr>
        <p:sp>
          <p:nvSpPr>
            <p:cNvPr id="102" name="椭圆 101"/>
            <p:cNvSpPr/>
            <p:nvPr/>
          </p:nvSpPr>
          <p:spPr>
            <a:xfrm>
              <a:off x="3041370" y="2197212"/>
              <a:ext cx="543697" cy="6174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3" name="椭圆 102"/>
            <p:cNvSpPr/>
            <p:nvPr/>
          </p:nvSpPr>
          <p:spPr>
            <a:xfrm>
              <a:off x="3509486" y="1477132"/>
              <a:ext cx="543697" cy="6174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4" name="直接箭头连接符 103"/>
            <p:cNvCxnSpPr>
              <a:stCxn id="103" idx="4"/>
              <a:endCxn id="102" idx="0"/>
            </p:cNvCxnSpPr>
            <p:nvPr/>
          </p:nvCxnSpPr>
          <p:spPr>
            <a:xfrm flipH="1">
              <a:off x="3313219" y="2094622"/>
              <a:ext cx="468116" cy="1025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椭圆 104"/>
            <p:cNvSpPr/>
            <p:nvPr/>
          </p:nvSpPr>
          <p:spPr>
            <a:xfrm>
              <a:off x="2339752" y="3917761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6" name="直接箭头连接符 105"/>
            <p:cNvCxnSpPr>
              <a:stCxn id="102" idx="4"/>
              <a:endCxn id="111" idx="0"/>
            </p:cNvCxnSpPr>
            <p:nvPr/>
          </p:nvCxnSpPr>
          <p:spPr>
            <a:xfrm flipH="1">
              <a:off x="2918929" y="2814703"/>
              <a:ext cx="394290" cy="2389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椭圆 106"/>
            <p:cNvSpPr/>
            <p:nvPr/>
          </p:nvSpPr>
          <p:spPr>
            <a:xfrm>
              <a:off x="3476114" y="3053665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8" name="直接箭头连接符 107"/>
            <p:cNvCxnSpPr>
              <a:stCxn id="102" idx="4"/>
              <a:endCxn id="107" idx="0"/>
            </p:cNvCxnSpPr>
            <p:nvPr/>
          </p:nvCxnSpPr>
          <p:spPr>
            <a:xfrm>
              <a:off x="3313219" y="2814703"/>
              <a:ext cx="439938" cy="2389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椭圆 108"/>
            <p:cNvSpPr/>
            <p:nvPr/>
          </p:nvSpPr>
          <p:spPr>
            <a:xfrm>
              <a:off x="3930140" y="2246282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0" name="直接箭头连接符 109"/>
            <p:cNvCxnSpPr>
              <a:stCxn id="103" idx="4"/>
              <a:endCxn id="109" idx="0"/>
            </p:cNvCxnSpPr>
            <p:nvPr/>
          </p:nvCxnSpPr>
          <p:spPr>
            <a:xfrm>
              <a:off x="3781335" y="2094622"/>
              <a:ext cx="425848" cy="151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椭圆 110"/>
            <p:cNvSpPr/>
            <p:nvPr/>
          </p:nvSpPr>
          <p:spPr>
            <a:xfrm>
              <a:off x="2647080" y="3053665"/>
              <a:ext cx="543697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2994036" y="3917761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3" name="直接箭头连接符 112"/>
            <p:cNvCxnSpPr>
              <a:stCxn id="111" idx="4"/>
              <a:endCxn id="105" idx="0"/>
            </p:cNvCxnSpPr>
            <p:nvPr/>
          </p:nvCxnSpPr>
          <p:spPr>
            <a:xfrm flipH="1">
              <a:off x="2616795" y="3573016"/>
              <a:ext cx="30213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/>
            <p:cNvCxnSpPr>
              <a:stCxn id="111" idx="4"/>
              <a:endCxn id="112" idx="0"/>
            </p:cNvCxnSpPr>
            <p:nvPr/>
          </p:nvCxnSpPr>
          <p:spPr>
            <a:xfrm>
              <a:off x="2918929" y="3573016"/>
              <a:ext cx="352150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加号 114"/>
          <p:cNvSpPr/>
          <p:nvPr/>
        </p:nvSpPr>
        <p:spPr>
          <a:xfrm rot="2760397">
            <a:off x="1942611" y="3378722"/>
            <a:ext cx="6942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右箭头 115"/>
          <p:cNvSpPr/>
          <p:nvPr/>
        </p:nvSpPr>
        <p:spPr>
          <a:xfrm>
            <a:off x="4227726" y="2030258"/>
            <a:ext cx="864096" cy="315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116"/>
          <p:cNvGrpSpPr/>
          <p:nvPr/>
        </p:nvGrpSpPr>
        <p:grpSpPr>
          <a:xfrm>
            <a:off x="4932040" y="1103454"/>
            <a:ext cx="1944216" cy="2582988"/>
            <a:chOff x="251520" y="1504846"/>
            <a:chExt cx="1944216" cy="2947561"/>
          </a:xfrm>
        </p:grpSpPr>
        <p:sp>
          <p:nvSpPr>
            <p:cNvPr id="118" name="椭圆 117"/>
            <p:cNvSpPr/>
            <p:nvPr/>
          </p:nvSpPr>
          <p:spPr>
            <a:xfrm>
              <a:off x="752880" y="2224926"/>
              <a:ext cx="543697" cy="5926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9" name="椭圆 118"/>
            <p:cNvSpPr/>
            <p:nvPr/>
          </p:nvSpPr>
          <p:spPr>
            <a:xfrm>
              <a:off x="1220996" y="1504846"/>
              <a:ext cx="543697" cy="5926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0" name="直接箭头连接符 119"/>
            <p:cNvCxnSpPr>
              <a:stCxn id="119" idx="4"/>
              <a:endCxn id="118" idx="0"/>
            </p:cNvCxnSpPr>
            <p:nvPr/>
          </p:nvCxnSpPr>
          <p:spPr>
            <a:xfrm flipH="1">
              <a:off x="1024729" y="2097500"/>
              <a:ext cx="468116" cy="12742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18" idx="4"/>
              <a:endCxn id="126" idx="0"/>
            </p:cNvCxnSpPr>
            <p:nvPr/>
          </p:nvCxnSpPr>
          <p:spPr>
            <a:xfrm flipH="1">
              <a:off x="630439" y="2817580"/>
              <a:ext cx="394290" cy="251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椭圆 121"/>
            <p:cNvSpPr/>
            <p:nvPr/>
          </p:nvSpPr>
          <p:spPr>
            <a:xfrm>
              <a:off x="1187624" y="3068960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3" name="直接箭头连接符 122"/>
            <p:cNvCxnSpPr>
              <a:stCxn id="118" idx="4"/>
              <a:endCxn id="122" idx="0"/>
            </p:cNvCxnSpPr>
            <p:nvPr/>
          </p:nvCxnSpPr>
          <p:spPr>
            <a:xfrm>
              <a:off x="1024729" y="2817580"/>
              <a:ext cx="439938" cy="251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椭圆 123"/>
            <p:cNvSpPr/>
            <p:nvPr/>
          </p:nvSpPr>
          <p:spPr>
            <a:xfrm>
              <a:off x="1641650" y="2261577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5" name="直接箭头连接符 124"/>
            <p:cNvCxnSpPr>
              <a:stCxn id="119" idx="4"/>
              <a:endCxn id="124" idx="0"/>
            </p:cNvCxnSpPr>
            <p:nvPr/>
          </p:nvCxnSpPr>
          <p:spPr>
            <a:xfrm>
              <a:off x="1492845" y="2097500"/>
              <a:ext cx="425848" cy="1640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椭圆 125"/>
            <p:cNvSpPr/>
            <p:nvPr/>
          </p:nvSpPr>
          <p:spPr>
            <a:xfrm>
              <a:off x="251520" y="3068960"/>
              <a:ext cx="757838" cy="5193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and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355060" y="3933056"/>
              <a:ext cx="554086" cy="51935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8" name="直接箭头连接符 127"/>
            <p:cNvCxnSpPr>
              <a:stCxn id="126" idx="4"/>
              <a:endCxn id="127" idx="0"/>
            </p:cNvCxnSpPr>
            <p:nvPr/>
          </p:nvCxnSpPr>
          <p:spPr>
            <a:xfrm>
              <a:off x="630439" y="3588311"/>
              <a:ext cx="1664" cy="3447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加号 136"/>
          <p:cNvSpPr/>
          <p:nvPr/>
        </p:nvSpPr>
        <p:spPr>
          <a:xfrm rot="2760397">
            <a:off x="1986379" y="6228754"/>
            <a:ext cx="694272" cy="748326"/>
          </a:xfrm>
          <a:prstGeom prst="mathPlus">
            <a:avLst>
              <a:gd name="adj1" fmla="val 230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右箭头 137"/>
          <p:cNvSpPr/>
          <p:nvPr/>
        </p:nvSpPr>
        <p:spPr>
          <a:xfrm>
            <a:off x="4252436" y="5085184"/>
            <a:ext cx="864096" cy="315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5436096" y="4941168"/>
            <a:ext cx="698102" cy="51935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all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3560</TotalTime>
  <Words>306</Words>
  <Application>Microsoft Office PowerPoint</Application>
  <PresentationFormat>全屏显示(4:3)</PresentationFormat>
  <Paragraphs>247</Paragraphs>
  <Slides>13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条件树</vt:lpstr>
      <vt:lpstr>去除节点</vt:lpstr>
      <vt:lpstr>and</vt:lpstr>
      <vt:lpstr>or</vt:lpstr>
      <vt:lpstr>not</vt:lpstr>
      <vt:lpstr>两层组合</vt:lpstr>
      <vt:lpstr>两层组合 -and</vt:lpstr>
      <vt:lpstr>两层组合-or</vt:lpstr>
      <vt:lpstr>两层组合-not</vt:lpstr>
      <vt:lpstr>三层组合-and</vt:lpstr>
      <vt:lpstr>幻灯片 11</vt:lpstr>
      <vt:lpstr>三层组合-or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linyoubin</dc:creator>
  <cp:lastModifiedBy>linyoubin</cp:lastModifiedBy>
  <cp:revision>284</cp:revision>
  <dcterms:created xsi:type="dcterms:W3CDTF">2015-12-29T09:21:36Z</dcterms:created>
  <dcterms:modified xsi:type="dcterms:W3CDTF">2016-03-09T09:12:13Z</dcterms:modified>
</cp:coreProperties>
</file>