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34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69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71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392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75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99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426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4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727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968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51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9FBFA-3178-45A0-AC89-59084C51C38B}" type="datetimeFigureOut">
              <a:rPr lang="zh-CN" altLang="en-US" smtClean="0"/>
              <a:t>2019/6/26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C5999-5A4E-41A6-BAB0-56E4ED7D0E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07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961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791415" y="2029522"/>
            <a:ext cx="1561171" cy="390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mainCL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791415" y="3122341"/>
            <a:ext cx="1561171" cy="390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subCL2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809786" y="3122341"/>
            <a:ext cx="1561171" cy="390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subCL</a:t>
            </a:r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661532" y="3122341"/>
            <a:ext cx="1561171" cy="390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subCL1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767147" y="1226634"/>
            <a:ext cx="2486722" cy="3010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{date:”20190626”}</a:t>
            </a:r>
            <a:endParaRPr lang="zh-CN" altLang="en-US" dirty="0"/>
          </a:p>
        </p:txBody>
      </p:sp>
      <p:sp>
        <p:nvSpPr>
          <p:cNvPr id="9" name="下箭头 8"/>
          <p:cNvSpPr/>
          <p:nvPr/>
        </p:nvSpPr>
        <p:spPr>
          <a:xfrm>
            <a:off x="4443761" y="1037063"/>
            <a:ext cx="256478" cy="9924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715677" y="1163961"/>
            <a:ext cx="728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insert</a:t>
            </a:r>
            <a:endParaRPr lang="zh-CN" altLang="en-US" dirty="0"/>
          </a:p>
        </p:txBody>
      </p:sp>
      <p:sp>
        <p:nvSpPr>
          <p:cNvPr id="11" name="下箭头 10"/>
          <p:cNvSpPr/>
          <p:nvPr/>
        </p:nvSpPr>
        <p:spPr>
          <a:xfrm>
            <a:off x="4459093" y="2517387"/>
            <a:ext cx="225813" cy="5965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445729" y="3845828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[20190601,20190701)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3915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780264" y="3501483"/>
            <a:ext cx="1561171" cy="390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mainCL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3780264" y="4594302"/>
            <a:ext cx="1561171" cy="390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subCL2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5798635" y="4594302"/>
            <a:ext cx="1561171" cy="390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subCL</a:t>
            </a:r>
            <a:r>
              <a:rPr lang="en-US" altLang="zh-CN" dirty="0" smtClean="0"/>
              <a:t>…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1650381" y="4594302"/>
            <a:ext cx="1561171" cy="3902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subCL1</a:t>
            </a:r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4755996" y="2698595"/>
            <a:ext cx="2486722" cy="30108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{date:”20190626”}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下箭头 17"/>
          <p:cNvSpPr/>
          <p:nvPr/>
        </p:nvSpPr>
        <p:spPr>
          <a:xfrm>
            <a:off x="4432610" y="2509024"/>
            <a:ext cx="256478" cy="9924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704526" y="2635922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putlob</a:t>
            </a:r>
            <a:endParaRPr lang="zh-CN" altLang="en-US" dirty="0"/>
          </a:p>
        </p:txBody>
      </p:sp>
      <p:sp>
        <p:nvSpPr>
          <p:cNvPr id="20" name="下箭头 19"/>
          <p:cNvSpPr/>
          <p:nvPr/>
        </p:nvSpPr>
        <p:spPr>
          <a:xfrm>
            <a:off x="4447942" y="3989348"/>
            <a:ext cx="225813" cy="5965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434578" y="5317789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[20190601,20190701)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4755996" y="1616256"/>
            <a:ext cx="45352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/>
              <a:t>lobId</a:t>
            </a:r>
            <a:r>
              <a:rPr lang="en-US" altLang="zh-CN" dirty="0" smtClean="0"/>
              <a:t>:{_oid:”</a:t>
            </a:r>
            <a:r>
              <a:rPr lang="en-US" altLang="zh-CN" b="1" dirty="0" smtClean="0">
                <a:solidFill>
                  <a:srgbClr val="FF0000"/>
                </a:solidFill>
              </a:rPr>
              <a:t>5D131D0C</a:t>
            </a:r>
            <a:r>
              <a:rPr lang="en-US" altLang="zh-CN" dirty="0" smtClean="0"/>
              <a:t>xxxxxxxx</a:t>
            </a:r>
            <a:r>
              <a:rPr lang="en-US" altLang="zh-CN" dirty="0" smtClean="0"/>
              <a:t>xxxxxxxx</a:t>
            </a:r>
            <a:r>
              <a:rPr lang="en-US" altLang="zh-CN" dirty="0" smtClean="0"/>
              <a:t>”}</a:t>
            </a:r>
            <a:endParaRPr lang="zh-CN" altLang="en-US" dirty="0"/>
          </a:p>
        </p:txBody>
      </p:sp>
      <p:cxnSp>
        <p:nvCxnSpPr>
          <p:cNvPr id="24" name="直接箭头连接符 23"/>
          <p:cNvCxnSpPr/>
          <p:nvPr/>
        </p:nvCxnSpPr>
        <p:spPr>
          <a:xfrm>
            <a:off x="6099717" y="2134117"/>
            <a:ext cx="0" cy="501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473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830079"/>
              </p:ext>
            </p:extLst>
          </p:nvPr>
        </p:nvGraphicFramePr>
        <p:xfrm>
          <a:off x="1764371" y="2738037"/>
          <a:ext cx="8128002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152342696"/>
                    </a:ext>
                  </a:extLst>
                </a:gridCol>
                <a:gridCol w="2709334">
                  <a:extLst>
                    <a:ext uri="{9D8B030D-6E8A-4147-A177-3AD203B41FA5}">
                      <a16:colId xmlns:a16="http://schemas.microsoft.com/office/drawing/2014/main" val="4024742483"/>
                    </a:ext>
                  </a:extLst>
                </a:gridCol>
                <a:gridCol w="4064001">
                  <a:extLst>
                    <a:ext uri="{9D8B030D-6E8A-4147-A177-3AD203B41FA5}">
                      <a16:colId xmlns:a16="http://schemas.microsoft.com/office/drawing/2014/main" val="2968518687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6</a:t>
                      </a:r>
                      <a:r>
                        <a:rPr lang="zh-CN" altLang="en-US" dirty="0" smtClean="0"/>
                        <a:t>字节时间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19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1</a:t>
                      </a:r>
                      <a:r>
                        <a:rPr lang="zh-CN" altLang="en-US" dirty="0" smtClean="0"/>
                        <a:t>字节奇偶校验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2</a:t>
                      </a:r>
                      <a:r>
                        <a:rPr lang="zh-CN" altLang="en-US" dirty="0" smtClean="0"/>
                        <a:t>字节</a:t>
                      </a:r>
                      <a:r>
                        <a:rPr lang="en-US" altLang="zh-CN" dirty="0" err="1" smtClean="0"/>
                        <a:t>coordId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3</a:t>
                      </a:r>
                      <a:r>
                        <a:rPr lang="zh-CN" altLang="en-US" dirty="0" smtClean="0"/>
                        <a:t>字节序列号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732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847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7EDCC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47</Words>
  <Application>Microsoft Office PowerPoint</Application>
  <PresentationFormat>宽屏</PresentationFormat>
  <Paragraphs>19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linyoubin</dc:creator>
  <cp:lastModifiedBy>linyoubin</cp:lastModifiedBy>
  <cp:revision>11</cp:revision>
  <dcterms:created xsi:type="dcterms:W3CDTF">2019-06-26T07:08:59Z</dcterms:created>
  <dcterms:modified xsi:type="dcterms:W3CDTF">2019-06-27T02:55:05Z</dcterms:modified>
</cp:coreProperties>
</file>