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0" r:id="rId4"/>
    <p:sldId id="261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2653"/>
    <a:srgbClr val="D8401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98" d="100"/>
          <a:sy n="98" d="100"/>
        </p:scale>
        <p:origin x="-117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smtClean="0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D00DD-FCE2-4865-A4C8-4DF25FC322DB}" type="datetimeFigureOut">
              <a:rPr lang="zh-CN" altLang="en-US" smtClean="0"/>
              <a:pPr/>
              <a:t>2014/3/10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6213B-22B1-4038-8D30-5380F87B291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D00DD-FCE2-4865-A4C8-4DF25FC322DB}" type="datetimeFigureOut">
              <a:rPr lang="zh-CN" altLang="en-US" smtClean="0"/>
              <a:pPr/>
              <a:t>2014/3/10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6213B-22B1-4038-8D30-5380F87B291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D00DD-FCE2-4865-A4C8-4DF25FC322DB}" type="datetimeFigureOut">
              <a:rPr lang="zh-CN" altLang="en-US" smtClean="0"/>
              <a:pPr/>
              <a:t>2014/3/10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6213B-22B1-4038-8D30-5380F87B291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D00DD-FCE2-4865-A4C8-4DF25FC322DB}" type="datetimeFigureOut">
              <a:rPr lang="zh-CN" altLang="en-US" smtClean="0"/>
              <a:pPr/>
              <a:t>2014/3/10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6213B-22B1-4038-8D30-5380F87B291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D00DD-FCE2-4865-A4C8-4DF25FC322DB}" type="datetimeFigureOut">
              <a:rPr lang="zh-CN" altLang="en-US" smtClean="0"/>
              <a:pPr/>
              <a:t>2014/3/10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6213B-22B1-4038-8D30-5380F87B291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D00DD-FCE2-4865-A4C8-4DF25FC322DB}" type="datetimeFigureOut">
              <a:rPr lang="zh-CN" altLang="en-US" smtClean="0"/>
              <a:pPr/>
              <a:t>2014/3/10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6213B-22B1-4038-8D30-5380F87B291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D00DD-FCE2-4865-A4C8-4DF25FC322DB}" type="datetimeFigureOut">
              <a:rPr lang="zh-CN" altLang="en-US" smtClean="0"/>
              <a:pPr/>
              <a:t>2014/3/10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6213B-22B1-4038-8D30-5380F87B291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D00DD-FCE2-4865-A4C8-4DF25FC322DB}" type="datetimeFigureOut">
              <a:rPr lang="zh-CN" altLang="en-US" smtClean="0"/>
              <a:pPr/>
              <a:t>2014/3/10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6213B-22B1-4038-8D30-5380F87B291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D00DD-FCE2-4865-A4C8-4DF25FC322DB}" type="datetimeFigureOut">
              <a:rPr lang="zh-CN" altLang="en-US" smtClean="0"/>
              <a:pPr/>
              <a:t>2014/3/10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6213B-22B1-4038-8D30-5380F87B291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D00DD-FCE2-4865-A4C8-4DF25FC322DB}" type="datetimeFigureOut">
              <a:rPr lang="zh-CN" altLang="en-US" smtClean="0"/>
              <a:pPr/>
              <a:t>2014/3/10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6213B-22B1-4038-8D30-5380F87B291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D00DD-FCE2-4865-A4C8-4DF25FC322DB}" type="datetimeFigureOut">
              <a:rPr lang="zh-CN" altLang="en-US" smtClean="0"/>
              <a:pPr/>
              <a:t>2014/3/10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6213B-22B1-4038-8D30-5380F87B291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2D00DD-FCE2-4865-A4C8-4DF25FC322DB}" type="datetimeFigureOut">
              <a:rPr lang="zh-CN" altLang="en-US" smtClean="0"/>
              <a:pPr/>
              <a:t>2014/3/10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B6213B-22B1-4038-8D30-5380F87B291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SequoiaDB</a:t>
            </a:r>
            <a:r>
              <a:rPr lang="zh-CN" altLang="en-US" dirty="0" smtClean="0"/>
              <a:t>概念</a:t>
            </a:r>
            <a:r>
              <a:rPr lang="en-US" altLang="zh-CN" dirty="0" smtClean="0"/>
              <a:t>-</a:t>
            </a:r>
            <a:r>
              <a:rPr lang="zh-CN" altLang="en-US" dirty="0" smtClean="0"/>
              <a:t>集群</a:t>
            </a:r>
            <a:endParaRPr lang="zh-CN" altLang="en-US" dirty="0"/>
          </a:p>
        </p:txBody>
      </p:sp>
      <p:sp>
        <p:nvSpPr>
          <p:cNvPr id="4" name="Flowchart: Magnetic Disk 3"/>
          <p:cNvSpPr/>
          <p:nvPr/>
        </p:nvSpPr>
        <p:spPr>
          <a:xfrm>
            <a:off x="4000496" y="2357430"/>
            <a:ext cx="714380" cy="85725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Node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Flowchart: Magnetic Disk 4"/>
          <p:cNvSpPr/>
          <p:nvPr/>
        </p:nvSpPr>
        <p:spPr>
          <a:xfrm>
            <a:off x="4000496" y="3500438"/>
            <a:ext cx="714380" cy="85725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Flowchart: Magnetic Disk 5"/>
          <p:cNvSpPr/>
          <p:nvPr/>
        </p:nvSpPr>
        <p:spPr>
          <a:xfrm>
            <a:off x="4000496" y="4572008"/>
            <a:ext cx="714380" cy="85725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43306" y="2000240"/>
            <a:ext cx="1357322" cy="38576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29058" y="1643050"/>
            <a:ext cx="460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RG</a:t>
            </a:r>
            <a:endParaRPr lang="zh-CN" altLang="en-US" b="1" dirty="0"/>
          </a:p>
        </p:txBody>
      </p:sp>
      <p:sp>
        <p:nvSpPr>
          <p:cNvPr id="9" name="Flowchart: Magnetic Disk 8"/>
          <p:cNvSpPr/>
          <p:nvPr/>
        </p:nvSpPr>
        <p:spPr>
          <a:xfrm>
            <a:off x="5643570" y="2357430"/>
            <a:ext cx="714380" cy="85725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Node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Flowchart: Magnetic Disk 9"/>
          <p:cNvSpPr/>
          <p:nvPr/>
        </p:nvSpPr>
        <p:spPr>
          <a:xfrm>
            <a:off x="5643570" y="3500438"/>
            <a:ext cx="714380" cy="85725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Flowchart: Magnetic Disk 10"/>
          <p:cNvSpPr/>
          <p:nvPr/>
        </p:nvSpPr>
        <p:spPr>
          <a:xfrm>
            <a:off x="5643570" y="4572008"/>
            <a:ext cx="714380" cy="85725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286380" y="2000240"/>
            <a:ext cx="1357322" cy="38576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572132" y="1643050"/>
            <a:ext cx="460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RG</a:t>
            </a:r>
            <a:endParaRPr lang="zh-CN" altLang="en-US" b="1" dirty="0"/>
          </a:p>
        </p:txBody>
      </p:sp>
      <p:sp>
        <p:nvSpPr>
          <p:cNvPr id="14" name="Flowchart: Magnetic Disk 13"/>
          <p:cNvSpPr/>
          <p:nvPr/>
        </p:nvSpPr>
        <p:spPr>
          <a:xfrm>
            <a:off x="7500958" y="2357430"/>
            <a:ext cx="714380" cy="85725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Node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Flowchart: Magnetic Disk 14"/>
          <p:cNvSpPr/>
          <p:nvPr/>
        </p:nvSpPr>
        <p:spPr>
          <a:xfrm>
            <a:off x="7500958" y="3500438"/>
            <a:ext cx="714380" cy="85725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Flowchart: Magnetic Disk 15"/>
          <p:cNvSpPr/>
          <p:nvPr/>
        </p:nvSpPr>
        <p:spPr>
          <a:xfrm>
            <a:off x="7500958" y="4572008"/>
            <a:ext cx="714380" cy="85725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143768" y="2000240"/>
            <a:ext cx="1357322" cy="38576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29520" y="1643050"/>
            <a:ext cx="460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RG</a:t>
            </a:r>
            <a:endParaRPr lang="zh-CN" altLang="en-US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6632089" y="3714752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……</a:t>
            </a:r>
            <a:endParaRPr lang="zh-CN" altLang="en-US" b="1" dirty="0"/>
          </a:p>
        </p:txBody>
      </p:sp>
      <p:sp>
        <p:nvSpPr>
          <p:cNvPr id="20" name="Rounded Rectangle 19"/>
          <p:cNvSpPr/>
          <p:nvPr/>
        </p:nvSpPr>
        <p:spPr>
          <a:xfrm>
            <a:off x="1643042" y="2285992"/>
            <a:ext cx="7000924" cy="1000132"/>
          </a:xfrm>
          <a:prstGeom prst="roundRect">
            <a:avLst/>
          </a:prstGeom>
          <a:noFill/>
          <a:ln>
            <a:solidFill>
              <a:srgbClr val="B826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Flowchart: Magnetic Disk 20"/>
          <p:cNvSpPr/>
          <p:nvPr/>
        </p:nvSpPr>
        <p:spPr>
          <a:xfrm>
            <a:off x="2357422" y="2357430"/>
            <a:ext cx="714380" cy="85725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Node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2" name="Flowchart: Magnetic Disk 21"/>
          <p:cNvSpPr/>
          <p:nvPr/>
        </p:nvSpPr>
        <p:spPr>
          <a:xfrm>
            <a:off x="2357422" y="3500438"/>
            <a:ext cx="714380" cy="85725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Flowchart: Magnetic Disk 22"/>
          <p:cNvSpPr/>
          <p:nvPr/>
        </p:nvSpPr>
        <p:spPr>
          <a:xfrm>
            <a:off x="2357422" y="4572008"/>
            <a:ext cx="714380" cy="85725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2000232" y="2000240"/>
            <a:ext cx="1357322" cy="38576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30680" y="1643050"/>
            <a:ext cx="1226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Catalog RG</a:t>
            </a:r>
            <a:endParaRPr lang="zh-CN" altLang="en-US" b="1" dirty="0"/>
          </a:p>
        </p:txBody>
      </p:sp>
      <p:sp>
        <p:nvSpPr>
          <p:cNvPr id="27" name="Rounded Rectangle 26"/>
          <p:cNvSpPr/>
          <p:nvPr/>
        </p:nvSpPr>
        <p:spPr>
          <a:xfrm>
            <a:off x="1643042" y="3429000"/>
            <a:ext cx="7000924" cy="1000132"/>
          </a:xfrm>
          <a:prstGeom prst="roundRect">
            <a:avLst/>
          </a:prstGeom>
          <a:noFill/>
          <a:ln>
            <a:solidFill>
              <a:srgbClr val="B826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643042" y="4500570"/>
            <a:ext cx="7000924" cy="1000132"/>
          </a:xfrm>
          <a:prstGeom prst="roundRect">
            <a:avLst/>
          </a:prstGeom>
          <a:noFill/>
          <a:ln>
            <a:solidFill>
              <a:srgbClr val="B826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00788" y="2559602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Instance</a:t>
            </a:r>
            <a:endParaRPr lang="zh-CN" altLang="en-US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714348" y="3702610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Instance</a:t>
            </a:r>
            <a:endParaRPr lang="zh-CN" altLang="en-US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714348" y="4774180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Instance</a:t>
            </a:r>
            <a:endParaRPr lang="zh-CN" altLang="en-US" b="1" dirty="0"/>
          </a:p>
        </p:txBody>
      </p:sp>
      <p:sp>
        <p:nvSpPr>
          <p:cNvPr id="32" name="Left Brace 31"/>
          <p:cNvSpPr/>
          <p:nvPr/>
        </p:nvSpPr>
        <p:spPr>
          <a:xfrm rot="16200000">
            <a:off x="5000628" y="4643446"/>
            <a:ext cx="357190" cy="3071834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4708699" y="6286520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Domain</a:t>
            </a:r>
            <a:endParaRPr lang="zh-CN" alt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426776" y="6274378"/>
            <a:ext cx="3145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RG: Replica Group / </a:t>
            </a:r>
            <a:r>
              <a:rPr lang="en-US" altLang="zh-CN" dirty="0" err="1" smtClean="0"/>
              <a:t>ReplGroup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SequoiaDB</a:t>
            </a:r>
            <a:r>
              <a:rPr lang="zh-CN" altLang="en-US" dirty="0" smtClean="0"/>
              <a:t>概念</a:t>
            </a:r>
            <a:r>
              <a:rPr lang="en-US" altLang="zh-CN" dirty="0" smtClean="0"/>
              <a:t>-</a:t>
            </a:r>
            <a:r>
              <a:rPr lang="en-US" altLang="zh-CN" dirty="0" err="1" smtClean="0"/>
              <a:t>ReplGroup</a:t>
            </a:r>
            <a:endParaRPr lang="zh-CN" altLang="en-US" dirty="0"/>
          </a:p>
        </p:txBody>
      </p:sp>
      <p:sp>
        <p:nvSpPr>
          <p:cNvPr id="4" name="Flowchart: Magnetic Disk 3"/>
          <p:cNvSpPr/>
          <p:nvPr/>
        </p:nvSpPr>
        <p:spPr>
          <a:xfrm>
            <a:off x="2071670" y="2357430"/>
            <a:ext cx="714380" cy="85725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Node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Flowchart: Magnetic Disk 4"/>
          <p:cNvSpPr/>
          <p:nvPr/>
        </p:nvSpPr>
        <p:spPr>
          <a:xfrm>
            <a:off x="4143372" y="4000504"/>
            <a:ext cx="714380" cy="85725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Flowchart: Magnetic Disk 5"/>
          <p:cNvSpPr/>
          <p:nvPr/>
        </p:nvSpPr>
        <p:spPr>
          <a:xfrm>
            <a:off x="6286512" y="2786058"/>
            <a:ext cx="714380" cy="85725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571604" y="2000240"/>
            <a:ext cx="5929354" cy="38576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00496" y="1643050"/>
            <a:ext cx="1202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 smtClean="0"/>
              <a:t>ReplGroup</a:t>
            </a:r>
            <a:endParaRPr lang="zh-CN" altLang="en-US" b="1" dirty="0"/>
          </a:p>
        </p:txBody>
      </p:sp>
      <p:sp>
        <p:nvSpPr>
          <p:cNvPr id="9" name="Multiply 8"/>
          <p:cNvSpPr/>
          <p:nvPr/>
        </p:nvSpPr>
        <p:spPr>
          <a:xfrm>
            <a:off x="6357950" y="3286124"/>
            <a:ext cx="571504" cy="642942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Flowchart: Multidocument 9"/>
          <p:cNvSpPr/>
          <p:nvPr/>
        </p:nvSpPr>
        <p:spPr>
          <a:xfrm>
            <a:off x="1857356" y="3357562"/>
            <a:ext cx="1143008" cy="642942"/>
          </a:xfrm>
          <a:prstGeom prst="flowChartMulti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ReplLog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Flowchart: Multidocument 10"/>
          <p:cNvSpPr/>
          <p:nvPr/>
        </p:nvSpPr>
        <p:spPr>
          <a:xfrm>
            <a:off x="3929058" y="5000636"/>
            <a:ext cx="1143008" cy="642942"/>
          </a:xfrm>
          <a:prstGeom prst="flowChartMulti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ReplLog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Flowchart: Multidocument 11"/>
          <p:cNvSpPr/>
          <p:nvPr/>
        </p:nvSpPr>
        <p:spPr>
          <a:xfrm>
            <a:off x="6072198" y="4000504"/>
            <a:ext cx="1143008" cy="642942"/>
          </a:xfrm>
          <a:prstGeom prst="flowChartMulti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ReplLog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L-Shape 12"/>
          <p:cNvSpPr/>
          <p:nvPr/>
        </p:nvSpPr>
        <p:spPr>
          <a:xfrm rot="2200442" flipH="1">
            <a:off x="6551767" y="2670489"/>
            <a:ext cx="255309" cy="494416"/>
          </a:xfrm>
          <a:prstGeom prst="corner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Curved Right Arrow 13"/>
          <p:cNvSpPr/>
          <p:nvPr/>
        </p:nvSpPr>
        <p:spPr>
          <a:xfrm rot="10800000">
            <a:off x="6786578" y="2928934"/>
            <a:ext cx="428628" cy="714380"/>
          </a:xfrm>
          <a:prstGeom prst="curvedRightArrow">
            <a:avLst/>
          </a:prstGeom>
          <a:gradFill>
            <a:gsLst>
              <a:gs pos="0">
                <a:srgbClr val="FF3399"/>
              </a:gs>
              <a:gs pos="25000">
                <a:srgbClr val="FF6633"/>
              </a:gs>
              <a:gs pos="50000">
                <a:srgbClr val="FFFF00"/>
              </a:gs>
              <a:gs pos="75000">
                <a:srgbClr val="01A78F"/>
              </a:gs>
              <a:gs pos="100000">
                <a:srgbClr val="3366FF"/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 rot="671390">
            <a:off x="2801512" y="3980102"/>
            <a:ext cx="1290219" cy="28575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Right Arrow 15"/>
          <p:cNvSpPr/>
          <p:nvPr/>
        </p:nvSpPr>
        <p:spPr>
          <a:xfrm rot="604848">
            <a:off x="2862644" y="2936388"/>
            <a:ext cx="3381742" cy="357190"/>
          </a:xfrm>
          <a:prstGeom prst="right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 rot="634499">
            <a:off x="3382761" y="3376822"/>
            <a:ext cx="1022588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ReplSync</a:t>
            </a:r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 rot="595086">
            <a:off x="3786182" y="2643182"/>
            <a:ext cx="1599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Repl</a:t>
            </a:r>
            <a:r>
              <a:rPr lang="en-US" altLang="zh-CN" dirty="0" smtClean="0"/>
              <a:t>-Data-Sync</a:t>
            </a:r>
            <a:endParaRPr lang="zh-CN" altLang="en-US" dirty="0"/>
          </a:p>
        </p:txBody>
      </p:sp>
      <p:sp>
        <p:nvSpPr>
          <p:cNvPr id="19" name="TextBox 18"/>
          <p:cNvSpPr txBox="1"/>
          <p:nvPr/>
        </p:nvSpPr>
        <p:spPr>
          <a:xfrm rot="718633">
            <a:off x="2665209" y="4223183"/>
            <a:ext cx="1496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Repl</a:t>
            </a:r>
            <a:r>
              <a:rPr lang="en-US" altLang="zh-CN" dirty="0" smtClean="0"/>
              <a:t>-Log-Sync</a:t>
            </a:r>
            <a:endParaRPr lang="zh-CN" altLang="en-US" dirty="0"/>
          </a:p>
        </p:txBody>
      </p:sp>
      <p:cxnSp>
        <p:nvCxnSpPr>
          <p:cNvPr id="21" name="Straight Connector 20"/>
          <p:cNvCxnSpPr>
            <a:stCxn id="17" idx="0"/>
            <a:endCxn id="18" idx="2"/>
          </p:cNvCxnSpPr>
          <p:nvPr/>
        </p:nvCxnSpPr>
        <p:spPr>
          <a:xfrm rot="5400000" flipH="1" flipV="1">
            <a:off x="4055943" y="2881756"/>
            <a:ext cx="370204" cy="62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7" idx="2"/>
            <a:endCxn id="19" idx="0"/>
          </p:cNvCxnSpPr>
          <p:nvPr/>
        </p:nvCxnSpPr>
        <p:spPr>
          <a:xfrm rot="5400000">
            <a:off x="3413841" y="3780878"/>
            <a:ext cx="484185" cy="4084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SequoiaDB</a:t>
            </a:r>
            <a:r>
              <a:rPr lang="zh-CN" altLang="en-US" dirty="0" smtClean="0"/>
              <a:t>概念</a:t>
            </a:r>
            <a:r>
              <a:rPr lang="en-US" altLang="zh-CN" dirty="0" smtClean="0"/>
              <a:t>-</a:t>
            </a:r>
            <a:r>
              <a:rPr lang="zh-CN" altLang="en-US" dirty="0" smtClean="0"/>
              <a:t>业务（一）</a:t>
            </a:r>
            <a:endParaRPr lang="zh-CN" alt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714348" y="1785926"/>
            <a:ext cx="3000396" cy="192882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5852" y="1428736"/>
            <a:ext cx="1673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CollectionSpace</a:t>
            </a:r>
            <a:endParaRPr lang="zh-CN" alt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1071538" y="2000240"/>
            <a:ext cx="2286016" cy="369332"/>
            <a:chOff x="1643042" y="2000240"/>
            <a:chExt cx="2286016" cy="369332"/>
          </a:xfrm>
        </p:grpSpPr>
        <p:sp>
          <p:nvSpPr>
            <p:cNvPr id="6" name="Rectangle 5"/>
            <p:cNvSpPr/>
            <p:nvPr/>
          </p:nvSpPr>
          <p:spPr>
            <a:xfrm>
              <a:off x="1643042" y="2000240"/>
              <a:ext cx="2286016" cy="357190"/>
            </a:xfrm>
            <a:prstGeom prst="rect">
              <a:avLst/>
            </a:prstGeom>
            <a:noFill/>
            <a:ln>
              <a:solidFill>
                <a:srgbClr val="B826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000232" y="2000240"/>
              <a:ext cx="1451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Collection    1</a:t>
              </a:r>
              <a:endParaRPr lang="zh-CN" alt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071538" y="2357430"/>
            <a:ext cx="2286016" cy="369332"/>
            <a:chOff x="1643042" y="2000240"/>
            <a:chExt cx="2286016" cy="369332"/>
          </a:xfrm>
        </p:grpSpPr>
        <p:sp>
          <p:nvSpPr>
            <p:cNvPr id="10" name="Rectangle 9"/>
            <p:cNvSpPr/>
            <p:nvPr/>
          </p:nvSpPr>
          <p:spPr>
            <a:xfrm>
              <a:off x="1643042" y="2000240"/>
              <a:ext cx="2286016" cy="357190"/>
            </a:xfrm>
            <a:prstGeom prst="rect">
              <a:avLst/>
            </a:prstGeom>
            <a:noFill/>
            <a:ln>
              <a:solidFill>
                <a:srgbClr val="B826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000232" y="2000240"/>
              <a:ext cx="1451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Collection    2</a:t>
              </a:r>
              <a:endParaRPr lang="zh-CN" altLang="en-US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1071538" y="3202544"/>
            <a:ext cx="2286016" cy="369332"/>
            <a:chOff x="1643042" y="2000240"/>
            <a:chExt cx="2286016" cy="369332"/>
          </a:xfrm>
        </p:grpSpPr>
        <p:sp>
          <p:nvSpPr>
            <p:cNvPr id="13" name="Rectangle 12"/>
            <p:cNvSpPr/>
            <p:nvPr/>
          </p:nvSpPr>
          <p:spPr>
            <a:xfrm>
              <a:off x="1643042" y="2000240"/>
              <a:ext cx="2286016" cy="357190"/>
            </a:xfrm>
            <a:prstGeom prst="rect">
              <a:avLst/>
            </a:prstGeom>
            <a:noFill/>
            <a:ln>
              <a:solidFill>
                <a:srgbClr val="B826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000232" y="2000240"/>
              <a:ext cx="18020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Collection    4096</a:t>
              </a:r>
              <a:endParaRPr lang="zh-CN" altLang="en-US" dirty="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967195" y="2733520"/>
            <a:ext cx="461665" cy="40972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dirty="0" smtClean="0"/>
              <a:t>……</a:t>
            </a:r>
            <a:endParaRPr lang="zh-CN" altLang="en-US" dirty="0"/>
          </a:p>
        </p:txBody>
      </p:sp>
      <p:grpSp>
        <p:nvGrpSpPr>
          <p:cNvPr id="19" name="Group 18"/>
          <p:cNvGrpSpPr/>
          <p:nvPr/>
        </p:nvGrpSpPr>
        <p:grpSpPr>
          <a:xfrm>
            <a:off x="4714876" y="3214686"/>
            <a:ext cx="1214446" cy="369332"/>
            <a:chOff x="4714876" y="3643314"/>
            <a:chExt cx="1214446" cy="369332"/>
          </a:xfrm>
        </p:grpSpPr>
        <p:sp>
          <p:nvSpPr>
            <p:cNvPr id="17" name="Rectangle 16"/>
            <p:cNvSpPr/>
            <p:nvPr/>
          </p:nvSpPr>
          <p:spPr>
            <a:xfrm>
              <a:off x="4714876" y="3643314"/>
              <a:ext cx="1214446" cy="357190"/>
            </a:xfrm>
            <a:prstGeom prst="rect">
              <a:avLst/>
            </a:prstGeom>
            <a:noFill/>
            <a:ln>
              <a:solidFill>
                <a:srgbClr val="B826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771697" y="3643314"/>
              <a:ext cx="992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Partition</a:t>
              </a:r>
              <a:endParaRPr lang="zh-CN" altLang="en-US" dirty="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5929322" y="3214686"/>
            <a:ext cx="1214446" cy="369332"/>
            <a:chOff x="4714876" y="3643314"/>
            <a:chExt cx="1214446" cy="369332"/>
          </a:xfrm>
        </p:grpSpPr>
        <p:sp>
          <p:nvSpPr>
            <p:cNvPr id="21" name="Rectangle 20"/>
            <p:cNvSpPr/>
            <p:nvPr/>
          </p:nvSpPr>
          <p:spPr>
            <a:xfrm>
              <a:off x="4714876" y="3643314"/>
              <a:ext cx="1214446" cy="357190"/>
            </a:xfrm>
            <a:prstGeom prst="rect">
              <a:avLst/>
            </a:prstGeom>
            <a:noFill/>
            <a:ln>
              <a:solidFill>
                <a:srgbClr val="B826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771697" y="3643314"/>
              <a:ext cx="992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Partition</a:t>
              </a:r>
              <a:endParaRPr lang="zh-CN" altLang="en-US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7143768" y="3214686"/>
            <a:ext cx="1214446" cy="369332"/>
            <a:chOff x="4714876" y="3643314"/>
            <a:chExt cx="1214446" cy="369332"/>
          </a:xfrm>
        </p:grpSpPr>
        <p:sp>
          <p:nvSpPr>
            <p:cNvPr id="24" name="Rectangle 23"/>
            <p:cNvSpPr/>
            <p:nvPr/>
          </p:nvSpPr>
          <p:spPr>
            <a:xfrm>
              <a:off x="4714876" y="3643314"/>
              <a:ext cx="1214446" cy="357190"/>
            </a:xfrm>
            <a:prstGeom prst="rect">
              <a:avLst/>
            </a:prstGeom>
            <a:noFill/>
            <a:ln>
              <a:solidFill>
                <a:srgbClr val="B826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771697" y="3643314"/>
              <a:ext cx="992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Partition</a:t>
              </a:r>
              <a:endParaRPr lang="zh-CN" altLang="en-US" dirty="0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4214810" y="4071942"/>
            <a:ext cx="1214446" cy="1428760"/>
            <a:chOff x="4214810" y="4071942"/>
            <a:chExt cx="1214446" cy="1428760"/>
          </a:xfrm>
        </p:grpSpPr>
        <p:sp>
          <p:nvSpPr>
            <p:cNvPr id="27" name="Flowchart: Magnetic Disk 26"/>
            <p:cNvSpPr/>
            <p:nvPr/>
          </p:nvSpPr>
          <p:spPr>
            <a:xfrm>
              <a:off x="4572000" y="4286256"/>
              <a:ext cx="500066" cy="642942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4214810" y="4071942"/>
              <a:ext cx="1214446" cy="1428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618609" y="5000636"/>
              <a:ext cx="4534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RG</a:t>
              </a:r>
              <a:endParaRPr lang="zh-CN" altLang="en-US" dirty="0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5715008" y="4000504"/>
            <a:ext cx="1214446" cy="1428760"/>
            <a:chOff x="4214810" y="4071942"/>
            <a:chExt cx="1214446" cy="1428760"/>
          </a:xfrm>
        </p:grpSpPr>
        <p:sp>
          <p:nvSpPr>
            <p:cNvPr id="32" name="Flowchart: Magnetic Disk 31"/>
            <p:cNvSpPr/>
            <p:nvPr/>
          </p:nvSpPr>
          <p:spPr>
            <a:xfrm>
              <a:off x="4572000" y="4286256"/>
              <a:ext cx="500066" cy="642942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4214810" y="4071942"/>
              <a:ext cx="1214446" cy="1428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618609" y="5000636"/>
              <a:ext cx="4534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RG</a:t>
              </a:r>
              <a:endParaRPr lang="zh-CN" altLang="en-US" dirty="0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215206" y="4000504"/>
            <a:ext cx="1214446" cy="1428760"/>
            <a:chOff x="4214810" y="4071942"/>
            <a:chExt cx="1214446" cy="1428760"/>
          </a:xfrm>
        </p:grpSpPr>
        <p:sp>
          <p:nvSpPr>
            <p:cNvPr id="36" name="Flowchart: Magnetic Disk 35"/>
            <p:cNvSpPr/>
            <p:nvPr/>
          </p:nvSpPr>
          <p:spPr>
            <a:xfrm>
              <a:off x="4572000" y="4286256"/>
              <a:ext cx="500066" cy="642942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4214810" y="4071942"/>
              <a:ext cx="1214446" cy="1428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618609" y="5000636"/>
              <a:ext cx="4534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RG</a:t>
              </a:r>
              <a:endParaRPr lang="zh-CN" altLang="en-US" dirty="0"/>
            </a:p>
          </p:txBody>
        </p:sp>
      </p:grpSp>
      <p:sp>
        <p:nvSpPr>
          <p:cNvPr id="39" name="Down Arrow 38"/>
          <p:cNvSpPr/>
          <p:nvPr/>
        </p:nvSpPr>
        <p:spPr>
          <a:xfrm rot="1752538">
            <a:off x="5075813" y="3577697"/>
            <a:ext cx="378426" cy="58177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Down Arrow 39"/>
          <p:cNvSpPr/>
          <p:nvPr/>
        </p:nvSpPr>
        <p:spPr>
          <a:xfrm>
            <a:off x="6261527" y="3571876"/>
            <a:ext cx="378426" cy="428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Down Arrow 40"/>
          <p:cNvSpPr/>
          <p:nvPr/>
        </p:nvSpPr>
        <p:spPr>
          <a:xfrm rot="19305523">
            <a:off x="7475989" y="3572434"/>
            <a:ext cx="378426" cy="42054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4000496" y="3857628"/>
            <a:ext cx="4786346" cy="207170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929322" y="5500702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Domain</a:t>
            </a:r>
            <a:endParaRPr lang="zh-CN" altLang="en-US" dirty="0"/>
          </a:p>
        </p:txBody>
      </p:sp>
      <p:sp>
        <p:nvSpPr>
          <p:cNvPr id="44" name="Right Arrow 43"/>
          <p:cNvSpPr/>
          <p:nvPr/>
        </p:nvSpPr>
        <p:spPr>
          <a:xfrm>
            <a:off x="3428992" y="3214686"/>
            <a:ext cx="1214446" cy="285752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714744" y="2928934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Split</a:t>
            </a:r>
            <a:endParaRPr lang="zh-CN" altLang="en-US" dirty="0"/>
          </a:p>
        </p:txBody>
      </p:sp>
      <p:sp>
        <p:nvSpPr>
          <p:cNvPr id="46" name="Left Brace 45"/>
          <p:cNvSpPr/>
          <p:nvPr/>
        </p:nvSpPr>
        <p:spPr>
          <a:xfrm rot="5400000">
            <a:off x="6465107" y="1107265"/>
            <a:ext cx="214314" cy="3714776"/>
          </a:xfrm>
          <a:prstGeom prst="leftBrace">
            <a:avLst/>
          </a:prstGeom>
          <a:ln w="22225">
            <a:solidFill>
              <a:srgbClr val="B826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4929190" y="2143116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水平分区：横向分区，或称为</a:t>
            </a:r>
            <a:endParaRPr lang="en-US" altLang="zh-CN" dirty="0" smtClean="0"/>
          </a:p>
          <a:p>
            <a:r>
              <a:rPr lang="zh-CN" altLang="en-US" dirty="0" smtClean="0"/>
              <a:t>数据库分区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SequoiaDB</a:t>
            </a:r>
            <a:r>
              <a:rPr lang="zh-CN" altLang="en-US" dirty="0" smtClean="0"/>
              <a:t>概念</a:t>
            </a:r>
            <a:r>
              <a:rPr lang="en-US" altLang="zh-CN" dirty="0" smtClean="0"/>
              <a:t>-</a:t>
            </a:r>
            <a:r>
              <a:rPr lang="zh-CN" altLang="en-US" dirty="0" smtClean="0"/>
              <a:t>业务（二）</a:t>
            </a:r>
            <a:endParaRPr lang="zh-CN" alt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714348" y="1785926"/>
            <a:ext cx="3000396" cy="192882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85852" y="1428736"/>
            <a:ext cx="1790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CollectionSpace1</a:t>
            </a:r>
            <a:endParaRPr lang="zh-CN" alt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1071538" y="2000240"/>
            <a:ext cx="2286016" cy="369332"/>
            <a:chOff x="1643042" y="2000240"/>
            <a:chExt cx="2286016" cy="369332"/>
          </a:xfrm>
        </p:grpSpPr>
        <p:sp>
          <p:nvSpPr>
            <p:cNvPr id="10" name="Rectangle 9"/>
            <p:cNvSpPr/>
            <p:nvPr/>
          </p:nvSpPr>
          <p:spPr>
            <a:xfrm>
              <a:off x="1643042" y="2000240"/>
              <a:ext cx="2286016" cy="357190"/>
            </a:xfrm>
            <a:prstGeom prst="rect">
              <a:avLst/>
            </a:prstGeom>
            <a:noFill/>
            <a:ln>
              <a:solidFill>
                <a:srgbClr val="B826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000232" y="2000240"/>
              <a:ext cx="1451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Collection    1</a:t>
              </a:r>
              <a:endParaRPr lang="zh-CN" altLang="en-US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1071538" y="2357430"/>
            <a:ext cx="2286016" cy="369332"/>
            <a:chOff x="1643042" y="2000240"/>
            <a:chExt cx="2286016" cy="369332"/>
          </a:xfrm>
        </p:grpSpPr>
        <p:sp>
          <p:nvSpPr>
            <p:cNvPr id="13" name="Rectangle 12"/>
            <p:cNvSpPr/>
            <p:nvPr/>
          </p:nvSpPr>
          <p:spPr>
            <a:xfrm>
              <a:off x="1643042" y="2000240"/>
              <a:ext cx="2286016" cy="357190"/>
            </a:xfrm>
            <a:prstGeom prst="rect">
              <a:avLst/>
            </a:prstGeom>
            <a:noFill/>
            <a:ln>
              <a:solidFill>
                <a:srgbClr val="B826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000232" y="2000240"/>
              <a:ext cx="1451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Collection    2</a:t>
              </a:r>
              <a:endParaRPr lang="zh-CN" altLang="en-US" dirty="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071538" y="3202544"/>
            <a:ext cx="2286016" cy="369332"/>
            <a:chOff x="1643042" y="2000240"/>
            <a:chExt cx="2286016" cy="369332"/>
          </a:xfrm>
        </p:grpSpPr>
        <p:sp>
          <p:nvSpPr>
            <p:cNvPr id="16" name="Rectangle 15"/>
            <p:cNvSpPr/>
            <p:nvPr/>
          </p:nvSpPr>
          <p:spPr>
            <a:xfrm>
              <a:off x="1643042" y="2000240"/>
              <a:ext cx="2286016" cy="357190"/>
            </a:xfrm>
            <a:prstGeom prst="rect">
              <a:avLst/>
            </a:prstGeom>
            <a:noFill/>
            <a:ln>
              <a:solidFill>
                <a:srgbClr val="B826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000232" y="2000240"/>
              <a:ext cx="18020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Collection    4096</a:t>
              </a:r>
              <a:endParaRPr lang="zh-CN" altLang="en-US"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1967195" y="2733520"/>
            <a:ext cx="461665" cy="40972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dirty="0" smtClean="0"/>
              <a:t>……</a:t>
            </a:r>
            <a:endParaRPr lang="zh-CN" altLang="en-US" dirty="0"/>
          </a:p>
        </p:txBody>
      </p:sp>
      <p:grpSp>
        <p:nvGrpSpPr>
          <p:cNvPr id="19" name="Group 18"/>
          <p:cNvGrpSpPr/>
          <p:nvPr/>
        </p:nvGrpSpPr>
        <p:grpSpPr>
          <a:xfrm>
            <a:off x="4714876" y="3214686"/>
            <a:ext cx="1214446" cy="369332"/>
            <a:chOff x="4714876" y="3643314"/>
            <a:chExt cx="1214446" cy="369332"/>
          </a:xfrm>
        </p:grpSpPr>
        <p:sp>
          <p:nvSpPr>
            <p:cNvPr id="20" name="Rectangle 19"/>
            <p:cNvSpPr/>
            <p:nvPr/>
          </p:nvSpPr>
          <p:spPr>
            <a:xfrm>
              <a:off x="4714876" y="3643314"/>
              <a:ext cx="1214446" cy="357190"/>
            </a:xfrm>
            <a:prstGeom prst="rect">
              <a:avLst/>
            </a:prstGeom>
            <a:noFill/>
            <a:ln>
              <a:solidFill>
                <a:srgbClr val="B826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771697" y="3643314"/>
              <a:ext cx="992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Partition</a:t>
              </a:r>
              <a:endParaRPr lang="zh-CN" altLang="en-US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929322" y="3214686"/>
            <a:ext cx="1214446" cy="369332"/>
            <a:chOff x="4714876" y="3643314"/>
            <a:chExt cx="1214446" cy="369332"/>
          </a:xfrm>
        </p:grpSpPr>
        <p:sp>
          <p:nvSpPr>
            <p:cNvPr id="23" name="Rectangle 22"/>
            <p:cNvSpPr/>
            <p:nvPr/>
          </p:nvSpPr>
          <p:spPr>
            <a:xfrm>
              <a:off x="4714876" y="3643314"/>
              <a:ext cx="1214446" cy="357190"/>
            </a:xfrm>
            <a:prstGeom prst="rect">
              <a:avLst/>
            </a:prstGeom>
            <a:noFill/>
            <a:ln>
              <a:solidFill>
                <a:srgbClr val="B826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771697" y="3643314"/>
              <a:ext cx="992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Partition</a:t>
              </a:r>
              <a:endParaRPr lang="zh-CN" altLang="en-US" dirty="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7143768" y="3214686"/>
            <a:ext cx="1214446" cy="369332"/>
            <a:chOff x="4714876" y="3643314"/>
            <a:chExt cx="1214446" cy="369332"/>
          </a:xfrm>
        </p:grpSpPr>
        <p:sp>
          <p:nvSpPr>
            <p:cNvPr id="26" name="Rectangle 25"/>
            <p:cNvSpPr/>
            <p:nvPr/>
          </p:nvSpPr>
          <p:spPr>
            <a:xfrm>
              <a:off x="4714876" y="3643314"/>
              <a:ext cx="1214446" cy="357190"/>
            </a:xfrm>
            <a:prstGeom prst="rect">
              <a:avLst/>
            </a:prstGeom>
            <a:noFill/>
            <a:ln>
              <a:solidFill>
                <a:srgbClr val="B826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771697" y="3643314"/>
              <a:ext cx="992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Partition</a:t>
              </a:r>
              <a:endParaRPr lang="zh-CN" altLang="en-US" dirty="0"/>
            </a:p>
          </p:txBody>
        </p:sp>
      </p:grpSp>
      <p:sp>
        <p:nvSpPr>
          <p:cNvPr id="40" name="Down Arrow 39"/>
          <p:cNvSpPr/>
          <p:nvPr/>
        </p:nvSpPr>
        <p:spPr>
          <a:xfrm rot="1752538">
            <a:off x="4943574" y="3543240"/>
            <a:ext cx="378426" cy="11237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Down Arrow 40"/>
          <p:cNvSpPr/>
          <p:nvPr/>
        </p:nvSpPr>
        <p:spPr>
          <a:xfrm rot="2228552">
            <a:off x="5536768" y="3328372"/>
            <a:ext cx="378426" cy="28292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2" name="Down Arrow 41"/>
          <p:cNvSpPr/>
          <p:nvPr/>
        </p:nvSpPr>
        <p:spPr>
          <a:xfrm rot="19305523">
            <a:off x="7762897" y="3472967"/>
            <a:ext cx="378426" cy="134759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5" name="Right Arrow 44"/>
          <p:cNvSpPr/>
          <p:nvPr/>
        </p:nvSpPr>
        <p:spPr>
          <a:xfrm>
            <a:off x="3428992" y="3214686"/>
            <a:ext cx="1214446" cy="285752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714744" y="2928934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Split</a:t>
            </a:r>
            <a:endParaRPr lang="zh-CN" altLang="en-US" dirty="0"/>
          </a:p>
        </p:txBody>
      </p:sp>
      <p:sp>
        <p:nvSpPr>
          <p:cNvPr id="47" name="Left Brace 46"/>
          <p:cNvSpPr/>
          <p:nvPr/>
        </p:nvSpPr>
        <p:spPr>
          <a:xfrm rot="5400000">
            <a:off x="6465107" y="1107265"/>
            <a:ext cx="214314" cy="3714776"/>
          </a:xfrm>
          <a:prstGeom prst="leftBrace">
            <a:avLst/>
          </a:prstGeom>
          <a:ln w="22225">
            <a:solidFill>
              <a:srgbClr val="B826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4929190" y="2143116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垂直分区：纵向分区，或称为</a:t>
            </a:r>
            <a:endParaRPr lang="en-US" altLang="zh-CN" dirty="0" smtClean="0"/>
          </a:p>
          <a:p>
            <a:r>
              <a:rPr lang="zh-CN" altLang="en-US" dirty="0" smtClean="0"/>
              <a:t>集合分区</a:t>
            </a:r>
            <a:endParaRPr lang="zh-CN" altLang="en-US" dirty="0"/>
          </a:p>
        </p:txBody>
      </p:sp>
      <p:sp>
        <p:nvSpPr>
          <p:cNvPr id="49" name="Rounded Rectangle 48"/>
          <p:cNvSpPr/>
          <p:nvPr/>
        </p:nvSpPr>
        <p:spPr>
          <a:xfrm>
            <a:off x="2643174" y="4286256"/>
            <a:ext cx="3000396" cy="192882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214678" y="3929066"/>
            <a:ext cx="1790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CollectionSpace2</a:t>
            </a:r>
            <a:endParaRPr lang="zh-CN" altLang="en-US" dirty="0"/>
          </a:p>
        </p:txBody>
      </p:sp>
      <p:grpSp>
        <p:nvGrpSpPr>
          <p:cNvPr id="51" name="Group 50"/>
          <p:cNvGrpSpPr/>
          <p:nvPr/>
        </p:nvGrpSpPr>
        <p:grpSpPr>
          <a:xfrm>
            <a:off x="3000364" y="4500570"/>
            <a:ext cx="2286016" cy="369332"/>
            <a:chOff x="1643042" y="2000240"/>
            <a:chExt cx="2286016" cy="369332"/>
          </a:xfrm>
        </p:grpSpPr>
        <p:sp>
          <p:nvSpPr>
            <p:cNvPr id="52" name="Rectangle 51"/>
            <p:cNvSpPr/>
            <p:nvPr/>
          </p:nvSpPr>
          <p:spPr>
            <a:xfrm>
              <a:off x="1643042" y="2000240"/>
              <a:ext cx="2286016" cy="357190"/>
            </a:xfrm>
            <a:prstGeom prst="rect">
              <a:avLst/>
            </a:prstGeom>
            <a:noFill/>
            <a:ln>
              <a:solidFill>
                <a:srgbClr val="B826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000232" y="2000240"/>
              <a:ext cx="1451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Collection    1</a:t>
              </a:r>
              <a:endParaRPr lang="zh-CN" altLang="en-US" dirty="0"/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3000364" y="4857760"/>
            <a:ext cx="2286016" cy="369332"/>
            <a:chOff x="1643042" y="2000240"/>
            <a:chExt cx="2286016" cy="369332"/>
          </a:xfrm>
        </p:grpSpPr>
        <p:sp>
          <p:nvSpPr>
            <p:cNvPr id="55" name="Rectangle 54"/>
            <p:cNvSpPr/>
            <p:nvPr/>
          </p:nvSpPr>
          <p:spPr>
            <a:xfrm>
              <a:off x="1643042" y="2000240"/>
              <a:ext cx="2286016" cy="357190"/>
            </a:xfrm>
            <a:prstGeom prst="rect">
              <a:avLst/>
            </a:prstGeom>
            <a:noFill/>
            <a:ln>
              <a:solidFill>
                <a:srgbClr val="B826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000232" y="2000240"/>
              <a:ext cx="1451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Collection    2</a:t>
              </a:r>
              <a:endParaRPr lang="zh-CN" altLang="en-US" dirty="0"/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3000364" y="5702874"/>
            <a:ext cx="2286016" cy="369332"/>
            <a:chOff x="1643042" y="2000240"/>
            <a:chExt cx="2286016" cy="369332"/>
          </a:xfrm>
        </p:grpSpPr>
        <p:sp>
          <p:nvSpPr>
            <p:cNvPr id="58" name="Rectangle 57"/>
            <p:cNvSpPr/>
            <p:nvPr/>
          </p:nvSpPr>
          <p:spPr>
            <a:xfrm>
              <a:off x="1643042" y="2000240"/>
              <a:ext cx="2286016" cy="357190"/>
            </a:xfrm>
            <a:prstGeom prst="rect">
              <a:avLst/>
            </a:prstGeom>
            <a:noFill/>
            <a:ln>
              <a:solidFill>
                <a:srgbClr val="B826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2000232" y="2000240"/>
              <a:ext cx="18020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Collection    4096</a:t>
              </a:r>
              <a:endParaRPr lang="zh-CN" altLang="en-US" dirty="0"/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3896021" y="5233850"/>
            <a:ext cx="461665" cy="40972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dirty="0" smtClean="0"/>
              <a:t>……</a:t>
            </a:r>
            <a:endParaRPr lang="zh-CN" altLang="en-US" dirty="0"/>
          </a:p>
        </p:txBody>
      </p:sp>
      <p:sp>
        <p:nvSpPr>
          <p:cNvPr id="61" name="Rounded Rectangle 60"/>
          <p:cNvSpPr/>
          <p:nvPr/>
        </p:nvSpPr>
        <p:spPr>
          <a:xfrm>
            <a:off x="6072198" y="4214818"/>
            <a:ext cx="3000396" cy="192882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643702" y="3857628"/>
            <a:ext cx="1790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CollectionSpace3</a:t>
            </a:r>
            <a:endParaRPr lang="zh-CN" altLang="en-US" dirty="0"/>
          </a:p>
        </p:txBody>
      </p:sp>
      <p:grpSp>
        <p:nvGrpSpPr>
          <p:cNvPr id="63" name="Group 62"/>
          <p:cNvGrpSpPr/>
          <p:nvPr/>
        </p:nvGrpSpPr>
        <p:grpSpPr>
          <a:xfrm>
            <a:off x="6429388" y="4429132"/>
            <a:ext cx="2286016" cy="369332"/>
            <a:chOff x="1643042" y="2000240"/>
            <a:chExt cx="2286016" cy="369332"/>
          </a:xfrm>
        </p:grpSpPr>
        <p:sp>
          <p:nvSpPr>
            <p:cNvPr id="64" name="Rectangle 63"/>
            <p:cNvSpPr/>
            <p:nvPr/>
          </p:nvSpPr>
          <p:spPr>
            <a:xfrm>
              <a:off x="1643042" y="2000240"/>
              <a:ext cx="2286016" cy="357190"/>
            </a:xfrm>
            <a:prstGeom prst="rect">
              <a:avLst/>
            </a:prstGeom>
            <a:noFill/>
            <a:ln>
              <a:solidFill>
                <a:srgbClr val="B826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000232" y="2000240"/>
              <a:ext cx="1451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Collection    1</a:t>
              </a:r>
              <a:endParaRPr lang="zh-CN" altLang="en-US" dirty="0"/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6429388" y="4786322"/>
            <a:ext cx="2286016" cy="369332"/>
            <a:chOff x="1643042" y="2000240"/>
            <a:chExt cx="2286016" cy="369332"/>
          </a:xfrm>
        </p:grpSpPr>
        <p:sp>
          <p:nvSpPr>
            <p:cNvPr id="67" name="Rectangle 66"/>
            <p:cNvSpPr/>
            <p:nvPr/>
          </p:nvSpPr>
          <p:spPr>
            <a:xfrm>
              <a:off x="1643042" y="2000240"/>
              <a:ext cx="2286016" cy="357190"/>
            </a:xfrm>
            <a:prstGeom prst="rect">
              <a:avLst/>
            </a:prstGeom>
            <a:noFill/>
            <a:ln>
              <a:solidFill>
                <a:srgbClr val="B826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2000232" y="2000240"/>
              <a:ext cx="1451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Collection    2</a:t>
              </a:r>
              <a:endParaRPr lang="zh-CN" altLang="en-US" dirty="0"/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6429388" y="5631436"/>
            <a:ext cx="2286016" cy="369332"/>
            <a:chOff x="1643042" y="2000240"/>
            <a:chExt cx="2286016" cy="369332"/>
          </a:xfrm>
        </p:grpSpPr>
        <p:sp>
          <p:nvSpPr>
            <p:cNvPr id="70" name="Rectangle 69"/>
            <p:cNvSpPr/>
            <p:nvPr/>
          </p:nvSpPr>
          <p:spPr>
            <a:xfrm>
              <a:off x="1643042" y="2000240"/>
              <a:ext cx="2286016" cy="357190"/>
            </a:xfrm>
            <a:prstGeom prst="rect">
              <a:avLst/>
            </a:prstGeom>
            <a:noFill/>
            <a:ln>
              <a:solidFill>
                <a:srgbClr val="B826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2000232" y="2000240"/>
              <a:ext cx="18020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Collection    4096</a:t>
              </a:r>
              <a:endParaRPr lang="zh-CN" altLang="en-US" dirty="0"/>
            </a:p>
          </p:txBody>
        </p:sp>
      </p:grpSp>
      <p:sp>
        <p:nvSpPr>
          <p:cNvPr id="72" name="TextBox 71"/>
          <p:cNvSpPr txBox="1"/>
          <p:nvPr/>
        </p:nvSpPr>
        <p:spPr>
          <a:xfrm>
            <a:off x="7325045" y="5162412"/>
            <a:ext cx="461665" cy="40972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dirty="0" smtClean="0"/>
              <a:t>……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25861</TotalTime>
  <Words>136</Words>
  <Application>Microsoft Office PowerPoint</Application>
  <PresentationFormat>On-screen Show (4:3)</PresentationFormat>
  <Paragraphs>62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SequoiaDB概念-集群</vt:lpstr>
      <vt:lpstr>SequoiaDB概念-ReplGroup</vt:lpstr>
      <vt:lpstr>SequoiaDB概念-业务（一）</vt:lpstr>
      <vt:lpstr>SequoiaDB概念-业务（二）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xujianhui</dc:creator>
  <cp:lastModifiedBy>xujianhui</cp:lastModifiedBy>
  <cp:revision>44</cp:revision>
  <dcterms:created xsi:type="dcterms:W3CDTF">2014-02-11T04:23:59Z</dcterms:created>
  <dcterms:modified xsi:type="dcterms:W3CDTF">2014-03-10T14:19:27Z</dcterms:modified>
</cp:coreProperties>
</file>